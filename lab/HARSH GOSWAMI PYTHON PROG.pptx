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6040"/>
            <a:ext cx="447675" cy="2792095"/>
          </a:xfrm>
          <a:custGeom>
            <a:avLst/>
            <a:gdLst/>
            <a:ahLst/>
            <a:cxnLst/>
            <a:rect l="l" t="t" r="r" b="b"/>
            <a:pathLst>
              <a:path w="447675" h="2792095">
                <a:moveTo>
                  <a:pt x="0" y="0"/>
                </a:moveTo>
                <a:lnTo>
                  <a:pt x="0" y="2791959"/>
                </a:lnTo>
                <a:lnTo>
                  <a:pt x="447372" y="2791959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30800" y="4181815"/>
            <a:ext cx="4013200" cy="2676525"/>
          </a:xfrm>
          <a:custGeom>
            <a:avLst/>
            <a:gdLst/>
            <a:ahLst/>
            <a:cxnLst/>
            <a:rect l="l" t="t" r="r" b="b"/>
            <a:pathLst>
              <a:path w="4013200" h="2676525">
                <a:moveTo>
                  <a:pt x="0" y="2676184"/>
                </a:moveTo>
                <a:lnTo>
                  <a:pt x="4013200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042657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91908" y="0"/>
            <a:ext cx="2252345" cy="6858000"/>
          </a:xfrm>
          <a:custGeom>
            <a:avLst/>
            <a:gdLst/>
            <a:ahLst/>
            <a:cxnLst/>
            <a:rect l="l" t="t" r="r" b="b"/>
            <a:pathLst>
              <a:path w="2252345" h="6858000">
                <a:moveTo>
                  <a:pt x="2023491" y="0"/>
                </a:moveTo>
                <a:lnTo>
                  <a:pt x="0" y="6858000"/>
                </a:lnTo>
                <a:lnTo>
                  <a:pt x="2252091" y="6858000"/>
                </a:lnTo>
                <a:lnTo>
                  <a:pt x="2252091" y="8203"/>
                </a:lnTo>
                <a:lnTo>
                  <a:pt x="2023491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206707" y="0"/>
            <a:ext cx="1937385" cy="6858000"/>
          </a:xfrm>
          <a:custGeom>
            <a:avLst/>
            <a:gdLst/>
            <a:ahLst/>
            <a:cxnLst/>
            <a:rect l="l" t="t" r="r" b="b"/>
            <a:pathLst>
              <a:path w="1937384" h="6858000">
                <a:moveTo>
                  <a:pt x="1937292" y="0"/>
                </a:moveTo>
                <a:lnTo>
                  <a:pt x="0" y="0"/>
                </a:lnTo>
                <a:lnTo>
                  <a:pt x="1200692" y="6858000"/>
                </a:lnTo>
                <a:lnTo>
                  <a:pt x="1937292" y="6858000"/>
                </a:lnTo>
                <a:lnTo>
                  <a:pt x="193729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637908" y="3921150"/>
            <a:ext cx="2506345" cy="2936875"/>
          </a:xfrm>
          <a:custGeom>
            <a:avLst/>
            <a:gdLst/>
            <a:ahLst/>
            <a:cxnLst/>
            <a:rect l="l" t="t" r="r" b="b"/>
            <a:pathLst>
              <a:path w="2506345" h="2936875">
                <a:moveTo>
                  <a:pt x="2506091" y="0"/>
                </a:moveTo>
                <a:lnTo>
                  <a:pt x="0" y="2936849"/>
                </a:lnTo>
                <a:lnTo>
                  <a:pt x="2506091" y="2936849"/>
                </a:lnTo>
                <a:lnTo>
                  <a:pt x="250609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012700" y="0"/>
            <a:ext cx="2131695" cy="6858000"/>
          </a:xfrm>
          <a:custGeom>
            <a:avLst/>
            <a:gdLst/>
            <a:ahLst/>
            <a:cxnLst/>
            <a:rect l="l" t="t" r="r" b="b"/>
            <a:pathLst>
              <a:path w="2131695" h="6858000">
                <a:moveTo>
                  <a:pt x="2131299" y="0"/>
                </a:moveTo>
                <a:lnTo>
                  <a:pt x="0" y="0"/>
                </a:lnTo>
                <a:lnTo>
                  <a:pt x="1854439" y="6858000"/>
                </a:lnTo>
                <a:lnTo>
                  <a:pt x="2131299" y="6849806"/>
                </a:lnTo>
                <a:lnTo>
                  <a:pt x="213129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295767" y="0"/>
            <a:ext cx="848360" cy="6858000"/>
          </a:xfrm>
          <a:custGeom>
            <a:avLst/>
            <a:gdLst/>
            <a:ahLst/>
            <a:cxnLst/>
            <a:rect l="l" t="t" r="r" b="b"/>
            <a:pathLst>
              <a:path w="848359" h="6858000">
                <a:moveTo>
                  <a:pt x="848232" y="0"/>
                </a:moveTo>
                <a:lnTo>
                  <a:pt x="676198" y="0"/>
                </a:lnTo>
                <a:lnTo>
                  <a:pt x="0" y="6858000"/>
                </a:lnTo>
                <a:lnTo>
                  <a:pt x="848232" y="6858000"/>
                </a:lnTo>
                <a:lnTo>
                  <a:pt x="848232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078363" y="0"/>
            <a:ext cx="1066165" cy="6858000"/>
          </a:xfrm>
          <a:custGeom>
            <a:avLst/>
            <a:gdLst/>
            <a:ahLst/>
            <a:cxnLst/>
            <a:rect l="l" t="t" r="r" b="b"/>
            <a:pathLst>
              <a:path w="1066165" h="6858000">
                <a:moveTo>
                  <a:pt x="1051150" y="0"/>
                </a:moveTo>
                <a:lnTo>
                  <a:pt x="0" y="0"/>
                </a:lnTo>
                <a:lnTo>
                  <a:pt x="937493" y="6858000"/>
                </a:lnTo>
                <a:lnTo>
                  <a:pt x="1065382" y="6858000"/>
                </a:lnTo>
                <a:lnTo>
                  <a:pt x="1065636" y="6196202"/>
                </a:lnTo>
                <a:lnTo>
                  <a:pt x="1050966" y="398820"/>
                </a:lnTo>
                <a:lnTo>
                  <a:pt x="1051150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060308" y="4903311"/>
            <a:ext cx="1083945" cy="1955164"/>
          </a:xfrm>
          <a:custGeom>
            <a:avLst/>
            <a:gdLst/>
            <a:ahLst/>
            <a:cxnLst/>
            <a:rect l="l" t="t" r="r" b="b"/>
            <a:pathLst>
              <a:path w="1083945" h="1955165">
                <a:moveTo>
                  <a:pt x="1083691" y="0"/>
                </a:moveTo>
                <a:lnTo>
                  <a:pt x="0" y="1954687"/>
                </a:lnTo>
                <a:lnTo>
                  <a:pt x="1083691" y="1949646"/>
                </a:lnTo>
                <a:lnTo>
                  <a:pt x="1083691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2816" y="2305057"/>
            <a:ext cx="4455649" cy="3960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066040"/>
            <a:ext cx="447675" cy="2792095"/>
          </a:xfrm>
          <a:custGeom>
            <a:avLst/>
            <a:gdLst/>
            <a:ahLst/>
            <a:cxnLst/>
            <a:rect l="l" t="t" r="r" b="b"/>
            <a:pathLst>
              <a:path w="447675" h="2792095">
                <a:moveTo>
                  <a:pt x="0" y="0"/>
                </a:moveTo>
                <a:lnTo>
                  <a:pt x="0" y="2791959"/>
                </a:lnTo>
                <a:lnTo>
                  <a:pt x="447372" y="2791959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130800" y="4181815"/>
            <a:ext cx="4013200" cy="2676525"/>
          </a:xfrm>
          <a:custGeom>
            <a:avLst/>
            <a:gdLst/>
            <a:ahLst/>
            <a:cxnLst/>
            <a:rect l="l" t="t" r="r" b="b"/>
            <a:pathLst>
              <a:path w="4013200" h="2676525">
                <a:moveTo>
                  <a:pt x="0" y="2676184"/>
                </a:moveTo>
                <a:lnTo>
                  <a:pt x="4013200" y="0"/>
                </a:lnTo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042657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891908" y="0"/>
            <a:ext cx="2252345" cy="6858000"/>
          </a:xfrm>
          <a:custGeom>
            <a:avLst/>
            <a:gdLst/>
            <a:ahLst/>
            <a:cxnLst/>
            <a:rect l="l" t="t" r="r" b="b"/>
            <a:pathLst>
              <a:path w="2252345" h="6858000">
                <a:moveTo>
                  <a:pt x="2023491" y="0"/>
                </a:moveTo>
                <a:lnTo>
                  <a:pt x="0" y="6858000"/>
                </a:lnTo>
                <a:lnTo>
                  <a:pt x="2252091" y="6858000"/>
                </a:lnTo>
                <a:lnTo>
                  <a:pt x="2252091" y="8203"/>
                </a:lnTo>
                <a:lnTo>
                  <a:pt x="2023491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206707" y="0"/>
            <a:ext cx="1937385" cy="6858000"/>
          </a:xfrm>
          <a:custGeom>
            <a:avLst/>
            <a:gdLst/>
            <a:ahLst/>
            <a:cxnLst/>
            <a:rect l="l" t="t" r="r" b="b"/>
            <a:pathLst>
              <a:path w="1937384" h="6858000">
                <a:moveTo>
                  <a:pt x="1937292" y="0"/>
                </a:moveTo>
                <a:lnTo>
                  <a:pt x="0" y="0"/>
                </a:lnTo>
                <a:lnTo>
                  <a:pt x="1200692" y="6858000"/>
                </a:lnTo>
                <a:lnTo>
                  <a:pt x="1937292" y="6858000"/>
                </a:lnTo>
                <a:lnTo>
                  <a:pt x="1937292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637908" y="3921150"/>
            <a:ext cx="2506345" cy="2936875"/>
          </a:xfrm>
          <a:custGeom>
            <a:avLst/>
            <a:gdLst/>
            <a:ahLst/>
            <a:cxnLst/>
            <a:rect l="l" t="t" r="r" b="b"/>
            <a:pathLst>
              <a:path w="2506345" h="2936875">
                <a:moveTo>
                  <a:pt x="2506091" y="0"/>
                </a:moveTo>
                <a:lnTo>
                  <a:pt x="0" y="2936849"/>
                </a:lnTo>
                <a:lnTo>
                  <a:pt x="2506091" y="2936849"/>
                </a:lnTo>
                <a:lnTo>
                  <a:pt x="2506091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012700" y="0"/>
            <a:ext cx="2131695" cy="6858000"/>
          </a:xfrm>
          <a:custGeom>
            <a:avLst/>
            <a:gdLst/>
            <a:ahLst/>
            <a:cxnLst/>
            <a:rect l="l" t="t" r="r" b="b"/>
            <a:pathLst>
              <a:path w="2131695" h="6858000">
                <a:moveTo>
                  <a:pt x="2131299" y="0"/>
                </a:moveTo>
                <a:lnTo>
                  <a:pt x="0" y="0"/>
                </a:lnTo>
                <a:lnTo>
                  <a:pt x="1854439" y="6858000"/>
                </a:lnTo>
                <a:lnTo>
                  <a:pt x="2131299" y="6849806"/>
                </a:lnTo>
                <a:lnTo>
                  <a:pt x="213129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295767" y="0"/>
            <a:ext cx="848360" cy="6858000"/>
          </a:xfrm>
          <a:custGeom>
            <a:avLst/>
            <a:gdLst/>
            <a:ahLst/>
            <a:cxnLst/>
            <a:rect l="l" t="t" r="r" b="b"/>
            <a:pathLst>
              <a:path w="848359" h="6858000">
                <a:moveTo>
                  <a:pt x="848232" y="0"/>
                </a:moveTo>
                <a:lnTo>
                  <a:pt x="676198" y="0"/>
                </a:lnTo>
                <a:lnTo>
                  <a:pt x="0" y="6858000"/>
                </a:lnTo>
                <a:lnTo>
                  <a:pt x="848232" y="6858000"/>
                </a:lnTo>
                <a:lnTo>
                  <a:pt x="848232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078363" y="0"/>
            <a:ext cx="1066165" cy="6858000"/>
          </a:xfrm>
          <a:custGeom>
            <a:avLst/>
            <a:gdLst/>
            <a:ahLst/>
            <a:cxnLst/>
            <a:rect l="l" t="t" r="r" b="b"/>
            <a:pathLst>
              <a:path w="1066165" h="6858000">
                <a:moveTo>
                  <a:pt x="1051150" y="0"/>
                </a:moveTo>
                <a:lnTo>
                  <a:pt x="0" y="0"/>
                </a:lnTo>
                <a:lnTo>
                  <a:pt x="937493" y="6858000"/>
                </a:lnTo>
                <a:lnTo>
                  <a:pt x="1065382" y="6858000"/>
                </a:lnTo>
                <a:lnTo>
                  <a:pt x="1065636" y="6196202"/>
                </a:lnTo>
                <a:lnTo>
                  <a:pt x="1050966" y="398820"/>
                </a:lnTo>
                <a:lnTo>
                  <a:pt x="1051150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060308" y="4903311"/>
            <a:ext cx="1083945" cy="1955164"/>
          </a:xfrm>
          <a:custGeom>
            <a:avLst/>
            <a:gdLst/>
            <a:ahLst/>
            <a:cxnLst/>
            <a:rect l="l" t="t" r="r" b="b"/>
            <a:pathLst>
              <a:path w="1083945" h="1955165">
                <a:moveTo>
                  <a:pt x="1083691" y="0"/>
                </a:moveTo>
                <a:lnTo>
                  <a:pt x="0" y="1954687"/>
                </a:lnTo>
                <a:lnTo>
                  <a:pt x="1083691" y="1949646"/>
                </a:lnTo>
                <a:lnTo>
                  <a:pt x="1083691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00355"/>
            <a:ext cx="7442834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1190" y="1612023"/>
            <a:ext cx="7625715" cy="3488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26037" y="-4762"/>
            <a:ext cx="4022725" cy="6867525"/>
            <a:chOff x="5126037" y="-4762"/>
            <a:chExt cx="4022725" cy="6867525"/>
          </a:xfrm>
        </p:grpSpPr>
        <p:sp>
          <p:nvSpPr>
            <p:cNvPr id="3" name="object 3"/>
            <p:cNvSpPr/>
            <p:nvPr/>
          </p:nvSpPr>
          <p:spPr>
            <a:xfrm>
              <a:off x="5130800" y="4181815"/>
              <a:ext cx="4013200" cy="2676525"/>
            </a:xfrm>
            <a:custGeom>
              <a:avLst/>
              <a:gdLst/>
              <a:ahLst/>
              <a:cxnLst/>
              <a:rect l="l" t="t" r="r" b="b"/>
              <a:pathLst>
                <a:path w="4013200" h="2676525">
                  <a:moveTo>
                    <a:pt x="0" y="2676184"/>
                  </a:moveTo>
                  <a:lnTo>
                    <a:pt x="401320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42657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91908" y="0"/>
              <a:ext cx="2252345" cy="6858000"/>
            </a:xfrm>
            <a:custGeom>
              <a:avLst/>
              <a:gdLst/>
              <a:ahLst/>
              <a:cxnLst/>
              <a:rect l="l" t="t" r="r" b="b"/>
              <a:pathLst>
                <a:path w="2252345" h="6858000">
                  <a:moveTo>
                    <a:pt x="2023491" y="0"/>
                  </a:moveTo>
                  <a:lnTo>
                    <a:pt x="0" y="6858000"/>
                  </a:lnTo>
                  <a:lnTo>
                    <a:pt x="2252091" y="6858000"/>
                  </a:lnTo>
                  <a:lnTo>
                    <a:pt x="2252091" y="8203"/>
                  </a:lnTo>
                  <a:lnTo>
                    <a:pt x="2023491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6707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7292" y="0"/>
                  </a:moveTo>
                  <a:lnTo>
                    <a:pt x="0" y="0"/>
                  </a:lnTo>
                  <a:lnTo>
                    <a:pt x="1200692" y="6858000"/>
                  </a:lnTo>
                  <a:lnTo>
                    <a:pt x="1937292" y="6858000"/>
                  </a:lnTo>
                  <a:lnTo>
                    <a:pt x="193729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37908" y="3921150"/>
              <a:ext cx="2506345" cy="2936875"/>
            </a:xfrm>
            <a:custGeom>
              <a:avLst/>
              <a:gdLst/>
              <a:ahLst/>
              <a:cxnLst/>
              <a:rect l="l" t="t" r="r" b="b"/>
              <a:pathLst>
                <a:path w="2506345" h="2936875">
                  <a:moveTo>
                    <a:pt x="2506091" y="0"/>
                  </a:moveTo>
                  <a:lnTo>
                    <a:pt x="0" y="2936849"/>
                  </a:lnTo>
                  <a:lnTo>
                    <a:pt x="2506091" y="2936849"/>
                  </a:lnTo>
                  <a:lnTo>
                    <a:pt x="250609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12700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2131299" y="0"/>
                  </a:moveTo>
                  <a:lnTo>
                    <a:pt x="0" y="0"/>
                  </a:lnTo>
                  <a:lnTo>
                    <a:pt x="1854439" y="6858000"/>
                  </a:lnTo>
                  <a:lnTo>
                    <a:pt x="2131299" y="6849806"/>
                  </a:lnTo>
                  <a:lnTo>
                    <a:pt x="213129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95767" y="0"/>
              <a:ext cx="848360" cy="6858000"/>
            </a:xfrm>
            <a:custGeom>
              <a:avLst/>
              <a:gdLst/>
              <a:ahLst/>
              <a:cxnLst/>
              <a:rect l="l" t="t" r="r" b="b"/>
              <a:pathLst>
                <a:path w="848359" h="6858000">
                  <a:moveTo>
                    <a:pt x="848232" y="0"/>
                  </a:moveTo>
                  <a:lnTo>
                    <a:pt x="676198" y="0"/>
                  </a:lnTo>
                  <a:lnTo>
                    <a:pt x="0" y="6858000"/>
                  </a:lnTo>
                  <a:lnTo>
                    <a:pt x="848232" y="6858000"/>
                  </a:lnTo>
                  <a:lnTo>
                    <a:pt x="848232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8363" y="0"/>
              <a:ext cx="1066165" cy="6858000"/>
            </a:xfrm>
            <a:custGeom>
              <a:avLst/>
              <a:gdLst/>
              <a:ahLst/>
              <a:cxnLst/>
              <a:rect l="l" t="t" r="r" b="b"/>
              <a:pathLst>
                <a:path w="1066165" h="6858000">
                  <a:moveTo>
                    <a:pt x="1051150" y="0"/>
                  </a:moveTo>
                  <a:lnTo>
                    <a:pt x="0" y="0"/>
                  </a:lnTo>
                  <a:lnTo>
                    <a:pt x="937493" y="6858000"/>
                  </a:lnTo>
                  <a:lnTo>
                    <a:pt x="1065382" y="6858000"/>
                  </a:lnTo>
                  <a:lnTo>
                    <a:pt x="1065636" y="6196202"/>
                  </a:lnTo>
                  <a:lnTo>
                    <a:pt x="1050966" y="398820"/>
                  </a:lnTo>
                  <a:lnTo>
                    <a:pt x="1051150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60308" y="4903311"/>
              <a:ext cx="1083945" cy="1955164"/>
            </a:xfrm>
            <a:custGeom>
              <a:avLst/>
              <a:gdLst/>
              <a:ahLst/>
              <a:cxnLst/>
              <a:rect l="l" t="t" r="r" b="b"/>
              <a:pathLst>
                <a:path w="1083945" h="1955165">
                  <a:moveTo>
                    <a:pt x="1083691" y="0"/>
                  </a:moveTo>
                  <a:lnTo>
                    <a:pt x="0" y="1954687"/>
                  </a:lnTo>
                  <a:lnTo>
                    <a:pt x="1083691" y="1949646"/>
                  </a:lnTo>
                  <a:lnTo>
                    <a:pt x="1083691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-75"/>
            <a:ext cx="855344" cy="5634355"/>
          </a:xfrm>
          <a:custGeom>
            <a:avLst/>
            <a:gdLst/>
            <a:ahLst/>
            <a:cxnLst/>
            <a:rect l="l" t="t" r="r" b="b"/>
            <a:pathLst>
              <a:path w="855344" h="5634355">
                <a:moveTo>
                  <a:pt x="855129" y="0"/>
                </a:moveTo>
                <a:lnTo>
                  <a:pt x="0" y="0"/>
                </a:lnTo>
                <a:lnTo>
                  <a:pt x="0" y="5633984"/>
                </a:lnTo>
                <a:lnTo>
                  <a:pt x="855129" y="8584"/>
                </a:lnTo>
                <a:lnTo>
                  <a:pt x="855129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759620" y="3402609"/>
            <a:ext cx="6922134" cy="1893570"/>
            <a:chOff x="2221992" y="3709415"/>
            <a:chExt cx="6922134" cy="189357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69208" y="3709415"/>
              <a:ext cx="5574792" cy="10096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0748" y="4258055"/>
              <a:ext cx="4683252" cy="10096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1992" y="4841747"/>
              <a:ext cx="6922008" cy="761238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281679" y="2358989"/>
            <a:ext cx="5128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40" dirty="0">
                <a:solidFill>
                  <a:srgbClr val="F1A399"/>
                </a:solidFill>
                <a:latin typeface="Times New Roman"/>
                <a:cs typeface="Times New Roman"/>
              </a:rPr>
              <a:t>SCHOOL</a:t>
            </a:r>
            <a:r>
              <a:rPr sz="2800" b="1" spc="-20" dirty="0">
                <a:solidFill>
                  <a:srgbClr val="F1A399"/>
                </a:solidFill>
                <a:latin typeface="Times New Roman"/>
                <a:cs typeface="Times New Roman"/>
              </a:rPr>
              <a:t> </a:t>
            </a:r>
            <a:r>
              <a:rPr sz="2800" b="1" spc="-315" dirty="0">
                <a:solidFill>
                  <a:srgbClr val="F1A399"/>
                </a:solidFill>
                <a:latin typeface="Times New Roman"/>
                <a:cs typeface="Times New Roman"/>
              </a:rPr>
              <a:t>OF</a:t>
            </a:r>
            <a:r>
              <a:rPr sz="2800" b="1" spc="15" dirty="0">
                <a:solidFill>
                  <a:srgbClr val="F1A399"/>
                </a:solidFill>
                <a:latin typeface="Times New Roman"/>
                <a:cs typeface="Times New Roman"/>
              </a:rPr>
              <a:t> </a:t>
            </a:r>
            <a:r>
              <a:rPr sz="2800" b="1" spc="-310" dirty="0">
                <a:solidFill>
                  <a:srgbClr val="F1A399"/>
                </a:solidFill>
                <a:latin typeface="Times New Roman"/>
                <a:cs typeface="Times New Roman"/>
              </a:rPr>
              <a:t>COMPUTER</a:t>
            </a:r>
            <a:r>
              <a:rPr sz="2800" b="1" spc="-25" dirty="0">
                <a:solidFill>
                  <a:srgbClr val="F1A399"/>
                </a:solidFill>
                <a:latin typeface="Times New Roman"/>
                <a:cs typeface="Times New Roman"/>
              </a:rPr>
              <a:t> </a:t>
            </a:r>
            <a:r>
              <a:rPr sz="2800" b="1" spc="-195" dirty="0">
                <a:solidFill>
                  <a:srgbClr val="F1A399"/>
                </a:solidFill>
                <a:latin typeface="Times New Roman"/>
                <a:cs typeface="Times New Roman"/>
              </a:rPr>
              <a:t>SCIENCE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73679" y="227421"/>
            <a:ext cx="3688079" cy="1152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485" y="2226691"/>
            <a:ext cx="44608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335" dirty="0">
                <a:solidFill>
                  <a:srgbClr val="F1A399"/>
                </a:solidFill>
                <a:latin typeface="Times New Roman"/>
                <a:cs typeface="Times New Roman"/>
              </a:rPr>
              <a:t>PYTHON</a:t>
            </a:r>
            <a:r>
              <a:rPr sz="3200" b="1" spc="-25" dirty="0">
                <a:solidFill>
                  <a:srgbClr val="F1A399"/>
                </a:solidFill>
                <a:latin typeface="Times New Roman"/>
                <a:cs typeface="Times New Roman"/>
              </a:rPr>
              <a:t> </a:t>
            </a:r>
            <a:r>
              <a:rPr sz="3200" b="1" spc="-350" dirty="0">
                <a:solidFill>
                  <a:srgbClr val="F1A399"/>
                </a:solidFill>
                <a:latin typeface="Times New Roman"/>
                <a:cs typeface="Times New Roman"/>
              </a:rPr>
              <a:t>PROGRAMMING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26037" y="-4762"/>
            <a:ext cx="4022725" cy="6867525"/>
            <a:chOff x="5126037" y="-4762"/>
            <a:chExt cx="4022725" cy="6867525"/>
          </a:xfrm>
        </p:grpSpPr>
        <p:sp>
          <p:nvSpPr>
            <p:cNvPr id="3" name="object 3"/>
            <p:cNvSpPr/>
            <p:nvPr/>
          </p:nvSpPr>
          <p:spPr>
            <a:xfrm>
              <a:off x="5130800" y="4181815"/>
              <a:ext cx="4013200" cy="2676525"/>
            </a:xfrm>
            <a:custGeom>
              <a:avLst/>
              <a:gdLst/>
              <a:ahLst/>
              <a:cxnLst/>
              <a:rect l="l" t="t" r="r" b="b"/>
              <a:pathLst>
                <a:path w="4013200" h="2676525">
                  <a:moveTo>
                    <a:pt x="0" y="2676184"/>
                  </a:moveTo>
                  <a:lnTo>
                    <a:pt x="401320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042657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91908" y="0"/>
              <a:ext cx="2252345" cy="6858000"/>
            </a:xfrm>
            <a:custGeom>
              <a:avLst/>
              <a:gdLst/>
              <a:ahLst/>
              <a:cxnLst/>
              <a:rect l="l" t="t" r="r" b="b"/>
              <a:pathLst>
                <a:path w="2252345" h="6858000">
                  <a:moveTo>
                    <a:pt x="2023491" y="0"/>
                  </a:moveTo>
                  <a:lnTo>
                    <a:pt x="0" y="6858000"/>
                  </a:lnTo>
                  <a:lnTo>
                    <a:pt x="2252091" y="6858000"/>
                  </a:lnTo>
                  <a:lnTo>
                    <a:pt x="2252091" y="8203"/>
                  </a:lnTo>
                  <a:lnTo>
                    <a:pt x="2023491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06707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7292" y="0"/>
                  </a:moveTo>
                  <a:lnTo>
                    <a:pt x="0" y="0"/>
                  </a:lnTo>
                  <a:lnTo>
                    <a:pt x="1200692" y="6858000"/>
                  </a:lnTo>
                  <a:lnTo>
                    <a:pt x="1937292" y="6858000"/>
                  </a:lnTo>
                  <a:lnTo>
                    <a:pt x="193729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37908" y="3921150"/>
              <a:ext cx="2506345" cy="2936875"/>
            </a:xfrm>
            <a:custGeom>
              <a:avLst/>
              <a:gdLst/>
              <a:ahLst/>
              <a:cxnLst/>
              <a:rect l="l" t="t" r="r" b="b"/>
              <a:pathLst>
                <a:path w="2506345" h="2936875">
                  <a:moveTo>
                    <a:pt x="2506091" y="0"/>
                  </a:moveTo>
                  <a:lnTo>
                    <a:pt x="0" y="2936849"/>
                  </a:lnTo>
                  <a:lnTo>
                    <a:pt x="2506091" y="2936849"/>
                  </a:lnTo>
                  <a:lnTo>
                    <a:pt x="250609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12700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2131299" y="0"/>
                  </a:moveTo>
                  <a:lnTo>
                    <a:pt x="0" y="0"/>
                  </a:lnTo>
                  <a:lnTo>
                    <a:pt x="1854439" y="6858000"/>
                  </a:lnTo>
                  <a:lnTo>
                    <a:pt x="2131299" y="6849806"/>
                  </a:lnTo>
                  <a:lnTo>
                    <a:pt x="213129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95767" y="0"/>
              <a:ext cx="848360" cy="6858000"/>
            </a:xfrm>
            <a:custGeom>
              <a:avLst/>
              <a:gdLst/>
              <a:ahLst/>
              <a:cxnLst/>
              <a:rect l="l" t="t" r="r" b="b"/>
              <a:pathLst>
                <a:path w="848359" h="6858000">
                  <a:moveTo>
                    <a:pt x="848232" y="0"/>
                  </a:moveTo>
                  <a:lnTo>
                    <a:pt x="676198" y="0"/>
                  </a:lnTo>
                  <a:lnTo>
                    <a:pt x="0" y="6858000"/>
                  </a:lnTo>
                  <a:lnTo>
                    <a:pt x="848232" y="6858000"/>
                  </a:lnTo>
                  <a:lnTo>
                    <a:pt x="848232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78363" y="0"/>
              <a:ext cx="1066165" cy="6858000"/>
            </a:xfrm>
            <a:custGeom>
              <a:avLst/>
              <a:gdLst/>
              <a:ahLst/>
              <a:cxnLst/>
              <a:rect l="l" t="t" r="r" b="b"/>
              <a:pathLst>
                <a:path w="1066165" h="6858000">
                  <a:moveTo>
                    <a:pt x="1051150" y="0"/>
                  </a:moveTo>
                  <a:lnTo>
                    <a:pt x="0" y="0"/>
                  </a:lnTo>
                  <a:lnTo>
                    <a:pt x="937493" y="6858000"/>
                  </a:lnTo>
                  <a:lnTo>
                    <a:pt x="1065382" y="6858000"/>
                  </a:lnTo>
                  <a:lnTo>
                    <a:pt x="1065636" y="6196202"/>
                  </a:lnTo>
                  <a:lnTo>
                    <a:pt x="1050966" y="398820"/>
                  </a:lnTo>
                  <a:lnTo>
                    <a:pt x="1051150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60308" y="4903311"/>
              <a:ext cx="1083945" cy="1955164"/>
            </a:xfrm>
            <a:custGeom>
              <a:avLst/>
              <a:gdLst/>
              <a:ahLst/>
              <a:cxnLst/>
              <a:rect l="l" t="t" r="r" b="b"/>
              <a:pathLst>
                <a:path w="1083945" h="1955165">
                  <a:moveTo>
                    <a:pt x="1083691" y="0"/>
                  </a:moveTo>
                  <a:lnTo>
                    <a:pt x="0" y="1954687"/>
                  </a:lnTo>
                  <a:lnTo>
                    <a:pt x="1083691" y="1949646"/>
                  </a:lnTo>
                  <a:lnTo>
                    <a:pt x="1083691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-75"/>
            <a:ext cx="855344" cy="5634355"/>
          </a:xfrm>
          <a:custGeom>
            <a:avLst/>
            <a:gdLst/>
            <a:ahLst/>
            <a:cxnLst/>
            <a:rect l="l" t="t" r="r" b="b"/>
            <a:pathLst>
              <a:path w="855344" h="5634355">
                <a:moveTo>
                  <a:pt x="855129" y="0"/>
                </a:moveTo>
                <a:lnTo>
                  <a:pt x="0" y="0"/>
                </a:lnTo>
                <a:lnTo>
                  <a:pt x="0" y="5633984"/>
                </a:lnTo>
                <a:lnTo>
                  <a:pt x="855129" y="8584"/>
                </a:lnTo>
                <a:lnTo>
                  <a:pt x="855129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418459" y="-45008"/>
            <a:ext cx="4963160" cy="152527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2305685">
              <a:lnSpc>
                <a:spcPct val="100899"/>
              </a:lnSpc>
              <a:spcBef>
                <a:spcPts val="45"/>
              </a:spcBef>
            </a:pPr>
            <a:r>
              <a:rPr sz="4900" spc="-10" dirty="0">
                <a:solidFill>
                  <a:srgbClr val="F1A399"/>
                </a:solidFill>
                <a:latin typeface="Arial MT"/>
                <a:cs typeface="Arial MT"/>
              </a:rPr>
              <a:t>PYTHON PROGRAMMING</a:t>
            </a:r>
            <a:endParaRPr sz="49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25056" y="1562100"/>
            <a:ext cx="2218944" cy="56768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86460" y="1499590"/>
            <a:ext cx="8111490" cy="46196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R="10795" algn="r">
              <a:lnSpc>
                <a:spcPct val="100000"/>
              </a:lnSpc>
              <a:spcBef>
                <a:spcPts val="1095"/>
              </a:spcBef>
            </a:pPr>
            <a:r>
              <a:rPr sz="2000" b="1" dirty="0">
                <a:solidFill>
                  <a:srgbClr val="D5D0B8"/>
                </a:solidFill>
                <a:latin typeface="Trebuchet MS"/>
                <a:cs typeface="Trebuchet MS"/>
              </a:rPr>
              <a:t>What</a:t>
            </a:r>
            <a:r>
              <a:rPr sz="2000" b="1" spc="-40" dirty="0">
                <a:solidFill>
                  <a:srgbClr val="D5D0B8"/>
                </a:solidFill>
                <a:latin typeface="Trebuchet MS"/>
                <a:cs typeface="Trebuchet MS"/>
              </a:rPr>
              <a:t> </a:t>
            </a:r>
            <a:r>
              <a:rPr sz="2000" b="1" dirty="0">
                <a:solidFill>
                  <a:srgbClr val="D5D0B8"/>
                </a:solidFill>
                <a:latin typeface="Trebuchet MS"/>
                <a:cs typeface="Trebuchet MS"/>
              </a:rPr>
              <a:t>is</a:t>
            </a:r>
            <a:r>
              <a:rPr sz="2000" b="1" spc="-5" dirty="0">
                <a:solidFill>
                  <a:srgbClr val="D5D0B8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D5D0B8"/>
                </a:solidFill>
                <a:latin typeface="Trebuchet MS"/>
                <a:cs typeface="Trebuchet MS"/>
              </a:rPr>
              <a:t>python?</a:t>
            </a:r>
            <a:endParaRPr sz="2000">
              <a:latin typeface="Trebuchet MS"/>
              <a:cs typeface="Trebuchet MS"/>
            </a:endParaRPr>
          </a:p>
          <a:p>
            <a:pPr marR="14604" algn="r">
              <a:lnSpc>
                <a:spcPct val="100000"/>
              </a:lnSpc>
              <a:spcBef>
                <a:spcPts val="1000"/>
              </a:spcBef>
            </a:pPr>
            <a:r>
              <a:rPr sz="2000" dirty="0">
                <a:latin typeface="Trebuchet MS"/>
                <a:cs typeface="Trebuchet MS"/>
              </a:rPr>
              <a:t>Python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 a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purpose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,high-</a:t>
            </a:r>
            <a:r>
              <a:rPr sz="2000" dirty="0">
                <a:latin typeface="Trebuchet MS"/>
                <a:cs typeface="Trebuchet MS"/>
              </a:rPr>
              <a:t>level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object-</a:t>
            </a:r>
            <a:r>
              <a:rPr sz="2000" dirty="0">
                <a:latin typeface="Trebuchet MS"/>
                <a:cs typeface="Trebuchet MS"/>
              </a:rPr>
              <a:t>oriented,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dynamic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and</a:t>
            </a:r>
            <a:endParaRPr sz="2000">
              <a:latin typeface="Trebuchet MS"/>
              <a:cs typeface="Trebuchet MS"/>
            </a:endParaRPr>
          </a:p>
          <a:p>
            <a:pPr marR="13335" algn="r">
              <a:lnSpc>
                <a:spcPct val="100000"/>
              </a:lnSpc>
            </a:pPr>
            <a:r>
              <a:rPr sz="2000" dirty="0">
                <a:latin typeface="Trebuchet MS"/>
                <a:cs typeface="Trebuchet MS"/>
              </a:rPr>
              <a:t>interpreted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programming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language.</a:t>
            </a:r>
            <a:endParaRPr sz="2000">
              <a:latin typeface="Trebuchet MS"/>
              <a:cs typeface="Trebuchet MS"/>
            </a:endParaRPr>
          </a:p>
          <a:p>
            <a:pPr marL="4064635" indent="-7937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5000"/>
              <a:buFont typeface="Arial MT"/>
              <a:buChar char="•"/>
              <a:tabLst>
                <a:tab pos="4064635" algn="l"/>
              </a:tabLst>
            </a:pPr>
            <a:r>
              <a:rPr sz="2000" dirty="0">
                <a:latin typeface="Trebuchet MS"/>
                <a:cs typeface="Trebuchet MS"/>
              </a:rPr>
              <a:t>Developed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‘GUIDO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40" dirty="0">
                <a:latin typeface="Trebuchet MS"/>
                <a:cs typeface="Trebuchet MS"/>
              </a:rPr>
              <a:t>VAN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ROSSUM’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2000">
              <a:latin typeface="Trebuchet MS"/>
              <a:cs typeface="Trebuchet MS"/>
            </a:endParaRPr>
          </a:p>
          <a:p>
            <a:pPr marL="71120" marR="16510" indent="-71120" algn="r">
              <a:lnSpc>
                <a:spcPct val="100000"/>
              </a:lnSpc>
              <a:buClr>
                <a:srgbClr val="90C225"/>
              </a:buClr>
              <a:buSzPct val="65000"/>
              <a:buFont typeface="Arial MT"/>
              <a:buChar char="•"/>
              <a:tabLst>
                <a:tab pos="71120" algn="l"/>
              </a:tabLst>
            </a:pPr>
            <a:r>
              <a:rPr sz="2000" dirty="0">
                <a:latin typeface="Trebuchet MS"/>
                <a:cs typeface="Trebuchet MS"/>
              </a:rPr>
              <a:t>Python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versions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2.x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,……2.1,….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latest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version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3.x,…….3.13.</a:t>
            </a:r>
            <a:endParaRPr sz="2000">
              <a:latin typeface="Trebuchet MS"/>
              <a:cs typeface="Trebuchet MS"/>
            </a:endParaRPr>
          </a:p>
          <a:p>
            <a:pPr marL="71120" marR="13970" lvl="1" indent="-71120" algn="r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65000"/>
              <a:buFont typeface="Arial MT"/>
              <a:buChar char="•"/>
              <a:tabLst>
                <a:tab pos="71120" algn="l"/>
              </a:tabLst>
            </a:pPr>
            <a:r>
              <a:rPr sz="2000" dirty="0">
                <a:latin typeface="Trebuchet MS"/>
                <a:cs typeface="Trebuchet MS"/>
              </a:rPr>
              <a:t>Python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inspired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structure-oriented/functional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like </a:t>
            </a:r>
            <a:r>
              <a:rPr sz="2000" spc="-25" dirty="0">
                <a:latin typeface="Trebuchet MS"/>
                <a:cs typeface="Trebuchet MS"/>
              </a:rPr>
              <a:t>C.</a:t>
            </a:r>
            <a:endParaRPr sz="2000">
              <a:latin typeface="Trebuchet MS"/>
              <a:cs typeface="Trebuchet MS"/>
            </a:endParaRPr>
          </a:p>
          <a:p>
            <a:pPr marL="71120" marR="15240" lvl="2" indent="-71120" algn="r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65000"/>
              <a:buFont typeface="Arial MT"/>
              <a:buChar char="•"/>
              <a:tabLst>
                <a:tab pos="71120" algn="l"/>
              </a:tabLst>
            </a:pPr>
            <a:r>
              <a:rPr sz="2000" spc="-10" dirty="0">
                <a:latin typeface="Trebuchet MS"/>
                <a:cs typeface="Trebuchet MS"/>
              </a:rPr>
              <a:t>Object-</a:t>
            </a:r>
            <a:r>
              <a:rPr sz="2000" dirty="0">
                <a:latin typeface="Trebuchet MS"/>
                <a:cs typeface="Trebuchet MS"/>
              </a:rPr>
              <a:t>oriented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programming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language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like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C++.</a:t>
            </a:r>
            <a:endParaRPr sz="2000">
              <a:latin typeface="Trebuchet MS"/>
              <a:cs typeface="Trebuchet MS"/>
            </a:endParaRPr>
          </a:p>
          <a:p>
            <a:pPr marL="70485" marR="13970" lvl="3" indent="-70485" algn="r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65000"/>
              <a:buFont typeface="Arial MT"/>
              <a:buChar char="•"/>
              <a:tabLst>
                <a:tab pos="70485" algn="l"/>
              </a:tabLst>
            </a:pPr>
            <a:r>
              <a:rPr sz="2000" dirty="0">
                <a:latin typeface="Trebuchet MS"/>
                <a:cs typeface="Trebuchet MS"/>
              </a:rPr>
              <a:t>Scripting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Programming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Perl.</a:t>
            </a:r>
            <a:endParaRPr sz="2000">
              <a:latin typeface="Trebuchet MS"/>
              <a:cs typeface="Trebuchet MS"/>
            </a:endParaRPr>
          </a:p>
          <a:p>
            <a:pPr marL="71120" marR="13335" indent="-71120" algn="r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65000"/>
              <a:buFont typeface="Arial MT"/>
              <a:buChar char="•"/>
              <a:tabLst>
                <a:tab pos="71120" algn="l"/>
              </a:tabLst>
            </a:pPr>
            <a:r>
              <a:rPr sz="2000" dirty="0">
                <a:latin typeface="Trebuchet MS"/>
                <a:cs typeface="Trebuchet MS"/>
              </a:rPr>
              <a:t>Modular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programming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Modulo-</a:t>
            </a:r>
            <a:r>
              <a:rPr sz="2000" spc="-25" dirty="0">
                <a:latin typeface="Trebuchet MS"/>
                <a:cs typeface="Trebuchet MS"/>
              </a:rPr>
              <a:t>3</a:t>
            </a:r>
            <a:r>
              <a:rPr sz="1800" spc="-25" dirty="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  <a:p>
            <a:pPr marL="62865" marR="12700" lvl="1" indent="-62865" algn="r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61111"/>
              <a:buFont typeface="Arial MT"/>
              <a:buChar char="•"/>
              <a:tabLst>
                <a:tab pos="62865" algn="l"/>
              </a:tabLst>
            </a:pPr>
            <a:r>
              <a:rPr sz="1800" dirty="0">
                <a:latin typeface="Trebuchet MS"/>
                <a:cs typeface="Trebuchet MS"/>
              </a:rPr>
              <a:t>Extension: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.py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Features</a:t>
            </a:r>
            <a:r>
              <a:rPr b="1" spc="-14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of</a:t>
            </a:r>
            <a:r>
              <a:rPr b="1" spc="30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python</a:t>
            </a:r>
            <a:r>
              <a:rPr b="1" spc="-12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programming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27377"/>
            <a:ext cx="5191125" cy="397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rich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model.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Simple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Easy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learn.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600">
              <a:latin typeface="Trebuchet MS"/>
              <a:cs typeface="Trebuchet MS"/>
            </a:endParaRPr>
          </a:p>
          <a:p>
            <a:pPr marL="12700" marR="2548255">
              <a:lnSpc>
                <a:spcPct val="151900"/>
              </a:lnSpc>
              <a:tabLst>
                <a:tab pos="35560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has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rich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libraries.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import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math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Print(math.sqrt(25))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560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platform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independent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MODULE: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Collection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functions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variables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classes.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calendar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random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io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math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cmath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re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etc.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09929"/>
            <a:ext cx="7347584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PYHTON</a:t>
            </a:r>
            <a:r>
              <a:rPr b="1" spc="-114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45" dirty="0">
                <a:solidFill>
                  <a:srgbClr val="F1A399"/>
                </a:solidFill>
                <a:latin typeface="Arial"/>
                <a:cs typeface="Arial"/>
              </a:rPr>
              <a:t>GARBAGE</a:t>
            </a:r>
            <a:r>
              <a:rPr b="1" spc="-12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COLLECTOR 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55673"/>
            <a:ext cx="7955280" cy="165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software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component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runs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background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regular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collect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remove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unused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memory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space.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garbage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collector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takes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care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automatic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memory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management.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PYTHON</a:t>
            </a:r>
            <a:r>
              <a:rPr b="1" spc="7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EXTENSIBILITY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378"/>
            <a:ext cx="7201534" cy="3510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Jython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j-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running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java</a:t>
            </a: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Iron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running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C#Net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Macro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developing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micro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controller.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Anaconda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running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Big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Hadoop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Ruby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running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ruby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application.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712978"/>
            <a:ext cx="36969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</a:rPr>
              <a:t>Python</a:t>
            </a:r>
            <a:r>
              <a:rPr sz="1800" spc="-3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is</a:t>
            </a:r>
            <a:r>
              <a:rPr sz="1800" spc="-3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platform</a:t>
            </a:r>
            <a:r>
              <a:rPr sz="1800" spc="-30" dirty="0">
                <a:solidFill>
                  <a:srgbClr val="404040"/>
                </a:solidFill>
              </a:rPr>
              <a:t> </a:t>
            </a:r>
            <a:r>
              <a:rPr sz="1800" spc="-10" dirty="0">
                <a:solidFill>
                  <a:srgbClr val="404040"/>
                </a:solidFill>
              </a:rPr>
              <a:t>independent.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514602"/>
            <a:ext cx="7291705" cy="1906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portable.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supports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third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party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API(Application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Interface)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robust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language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04314" y="3498850"/>
            <a:ext cx="103505" cy="539750"/>
          </a:xfrm>
          <a:custGeom>
            <a:avLst/>
            <a:gdLst/>
            <a:ahLst/>
            <a:cxnLst/>
            <a:rect l="l" t="t" r="r" b="b"/>
            <a:pathLst>
              <a:path w="103505" h="539750">
                <a:moveTo>
                  <a:pt x="45290" y="503744"/>
                </a:moveTo>
                <a:lnTo>
                  <a:pt x="45216" y="529017"/>
                </a:lnTo>
                <a:lnTo>
                  <a:pt x="47558" y="533058"/>
                </a:lnTo>
                <a:lnTo>
                  <a:pt x="48006" y="533526"/>
                </a:lnTo>
                <a:lnTo>
                  <a:pt x="47829" y="533526"/>
                </a:lnTo>
                <a:lnTo>
                  <a:pt x="51435" y="539750"/>
                </a:lnTo>
                <a:lnTo>
                  <a:pt x="55096" y="533526"/>
                </a:lnTo>
                <a:lnTo>
                  <a:pt x="48006" y="533526"/>
                </a:lnTo>
                <a:lnTo>
                  <a:pt x="47784" y="533295"/>
                </a:lnTo>
                <a:lnTo>
                  <a:pt x="55232" y="533295"/>
                </a:lnTo>
                <a:lnTo>
                  <a:pt x="55480" y="533058"/>
                </a:lnTo>
                <a:lnTo>
                  <a:pt x="56740" y="530732"/>
                </a:lnTo>
                <a:lnTo>
                  <a:pt x="57912" y="528742"/>
                </a:lnTo>
                <a:lnTo>
                  <a:pt x="57921" y="524001"/>
                </a:lnTo>
                <a:lnTo>
                  <a:pt x="46100" y="524001"/>
                </a:lnTo>
                <a:lnTo>
                  <a:pt x="51593" y="514627"/>
                </a:lnTo>
                <a:lnTo>
                  <a:pt x="45290" y="503744"/>
                </a:lnTo>
                <a:close/>
              </a:path>
              <a:path w="103505" h="539750">
                <a:moveTo>
                  <a:pt x="45216" y="529017"/>
                </a:moveTo>
                <a:lnTo>
                  <a:pt x="45333" y="530732"/>
                </a:lnTo>
                <a:lnTo>
                  <a:pt x="47558" y="533058"/>
                </a:lnTo>
                <a:lnTo>
                  <a:pt x="45216" y="529017"/>
                </a:lnTo>
                <a:close/>
              </a:path>
              <a:path w="103505" h="539750">
                <a:moveTo>
                  <a:pt x="57912" y="528742"/>
                </a:moveTo>
                <a:lnTo>
                  <a:pt x="55372" y="533058"/>
                </a:lnTo>
                <a:lnTo>
                  <a:pt x="57912" y="530732"/>
                </a:lnTo>
                <a:lnTo>
                  <a:pt x="57912" y="528742"/>
                </a:lnTo>
                <a:close/>
              </a:path>
              <a:path w="103505" h="539750">
                <a:moveTo>
                  <a:pt x="7112" y="443611"/>
                </a:moveTo>
                <a:lnTo>
                  <a:pt x="4191" y="445388"/>
                </a:lnTo>
                <a:lnTo>
                  <a:pt x="1143" y="447167"/>
                </a:lnTo>
                <a:lnTo>
                  <a:pt x="0" y="450976"/>
                </a:lnTo>
                <a:lnTo>
                  <a:pt x="45216" y="529017"/>
                </a:lnTo>
                <a:lnTo>
                  <a:pt x="45290" y="503744"/>
                </a:lnTo>
                <a:lnTo>
                  <a:pt x="11049" y="444626"/>
                </a:lnTo>
                <a:lnTo>
                  <a:pt x="7112" y="443611"/>
                </a:lnTo>
                <a:close/>
              </a:path>
              <a:path w="103505" h="539750">
                <a:moveTo>
                  <a:pt x="96393" y="443864"/>
                </a:moveTo>
                <a:lnTo>
                  <a:pt x="92456" y="444881"/>
                </a:lnTo>
                <a:lnTo>
                  <a:pt x="57980" y="503744"/>
                </a:lnTo>
                <a:lnTo>
                  <a:pt x="57912" y="528742"/>
                </a:lnTo>
                <a:lnTo>
                  <a:pt x="101727" y="454279"/>
                </a:lnTo>
                <a:lnTo>
                  <a:pt x="103505" y="451357"/>
                </a:lnTo>
                <a:lnTo>
                  <a:pt x="102488" y="447420"/>
                </a:lnTo>
                <a:lnTo>
                  <a:pt x="96393" y="443864"/>
                </a:lnTo>
                <a:close/>
              </a:path>
              <a:path w="103505" h="539750">
                <a:moveTo>
                  <a:pt x="51593" y="514627"/>
                </a:moveTo>
                <a:lnTo>
                  <a:pt x="46100" y="524001"/>
                </a:lnTo>
                <a:lnTo>
                  <a:pt x="57023" y="524001"/>
                </a:lnTo>
                <a:lnTo>
                  <a:pt x="51593" y="514627"/>
                </a:lnTo>
                <a:close/>
              </a:path>
              <a:path w="103505" h="539750">
                <a:moveTo>
                  <a:pt x="57980" y="503744"/>
                </a:moveTo>
                <a:lnTo>
                  <a:pt x="51593" y="514627"/>
                </a:lnTo>
                <a:lnTo>
                  <a:pt x="57023" y="524001"/>
                </a:lnTo>
                <a:lnTo>
                  <a:pt x="57921" y="524001"/>
                </a:lnTo>
                <a:lnTo>
                  <a:pt x="57980" y="503744"/>
                </a:lnTo>
                <a:close/>
              </a:path>
              <a:path w="103505" h="539750">
                <a:moveTo>
                  <a:pt x="56642" y="0"/>
                </a:moveTo>
                <a:lnTo>
                  <a:pt x="49656" y="0"/>
                </a:lnTo>
                <a:lnTo>
                  <a:pt x="46603" y="2921"/>
                </a:lnTo>
                <a:lnTo>
                  <a:pt x="46736" y="2921"/>
                </a:lnTo>
                <a:lnTo>
                  <a:pt x="45290" y="503744"/>
                </a:lnTo>
                <a:lnTo>
                  <a:pt x="51593" y="514627"/>
                </a:lnTo>
                <a:lnTo>
                  <a:pt x="57969" y="503744"/>
                </a:lnTo>
                <a:lnTo>
                  <a:pt x="59436" y="6350"/>
                </a:lnTo>
                <a:lnTo>
                  <a:pt x="59436" y="2921"/>
                </a:lnTo>
                <a:lnTo>
                  <a:pt x="56642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000" y="4090796"/>
            <a:ext cx="2667000" cy="10668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116840" rIns="0" bIns="0" rtlCol="0">
            <a:spAutoFit/>
          </a:bodyPr>
          <a:lstStyle/>
          <a:p>
            <a:pPr marL="267335" marR="260350" algn="ctr">
              <a:lnSpc>
                <a:spcPct val="100000"/>
              </a:lnSpc>
              <a:spcBef>
                <a:spcPts val="92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supports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Exceptional</a:t>
            </a:r>
            <a:r>
              <a:rPr sz="18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handling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during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run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time.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98830"/>
            <a:ext cx="6281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4864" algn="l"/>
              </a:tabLst>
            </a:pP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Defining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	variables</a:t>
            </a:r>
            <a:r>
              <a:rPr b="1" spc="-4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in</a:t>
            </a:r>
            <a:r>
              <a:rPr b="1" spc="-1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04517"/>
            <a:ext cx="7658734" cy="39954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55600" marR="586740" indent="-343535">
              <a:lnSpc>
                <a:spcPts val="1620"/>
              </a:lnSpc>
              <a:spcBef>
                <a:spcPts val="305"/>
              </a:spcBef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combination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characters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alphabets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,digits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symbol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underscore(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_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).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first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letter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start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alphabet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underscore.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Within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name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symbol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except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underscore(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_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allowed.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500">
              <a:latin typeface="Trebuchet MS"/>
              <a:cs typeface="Trebuchet MS"/>
            </a:endParaRPr>
          </a:p>
          <a:p>
            <a:pPr marL="355600" marR="5080" indent="-343535">
              <a:lnSpc>
                <a:spcPts val="1620"/>
              </a:lnSpc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should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keyword</a:t>
            </a:r>
            <a:r>
              <a:rPr sz="15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name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sz="15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reserved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words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special</a:t>
            </a:r>
            <a:r>
              <a:rPr sz="15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meaning.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8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Space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allowed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variable</a:t>
            </a:r>
            <a:r>
              <a:rPr sz="15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name.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200" spc="5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5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case-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sensitive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language</a:t>
            </a:r>
            <a:r>
              <a:rPr sz="15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,therefore</a:t>
            </a:r>
            <a:r>
              <a:rPr sz="15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variables</a:t>
            </a:r>
            <a:r>
              <a:rPr sz="15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5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404040"/>
                </a:solidFill>
                <a:latin typeface="Trebuchet MS"/>
                <a:cs typeface="Trebuchet MS"/>
              </a:rPr>
              <a:t>case-</a:t>
            </a:r>
            <a:r>
              <a:rPr sz="1500" spc="-10" dirty="0">
                <a:solidFill>
                  <a:srgbClr val="404040"/>
                </a:solidFill>
                <a:latin typeface="Trebuchet MS"/>
                <a:cs typeface="Trebuchet MS"/>
              </a:rPr>
              <a:t>sensitive.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1A399"/>
                </a:solidFill>
                <a:latin typeface="Arial"/>
                <a:cs typeface="Arial"/>
              </a:rPr>
              <a:t>Some</a:t>
            </a:r>
            <a:r>
              <a:rPr sz="3200" b="1" spc="-3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1A399"/>
                </a:solidFill>
                <a:latin typeface="Arial"/>
                <a:cs typeface="Arial"/>
              </a:rPr>
              <a:t>examples</a:t>
            </a:r>
            <a:r>
              <a:rPr sz="3200" b="1" spc="-2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1A399"/>
                </a:solidFill>
                <a:latin typeface="Arial"/>
                <a:cs typeface="Arial"/>
              </a:rPr>
              <a:t>of</a:t>
            </a:r>
            <a:r>
              <a:rPr sz="3200" b="1" spc="39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1A399"/>
                </a:solidFill>
                <a:latin typeface="Arial"/>
                <a:cs typeface="Arial"/>
              </a:rPr>
              <a:t>valid</a:t>
            </a:r>
            <a:r>
              <a:rPr sz="3200" b="1" spc="-3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1A399"/>
                </a:solidFill>
                <a:latin typeface="Arial"/>
                <a:cs typeface="Arial"/>
              </a:rPr>
              <a:t>and</a:t>
            </a:r>
            <a:r>
              <a:rPr sz="3200" b="1" spc="-2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1A399"/>
                </a:solidFill>
                <a:latin typeface="Arial"/>
                <a:cs typeface="Arial"/>
              </a:rPr>
              <a:t>non-valid identifiers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15211" y="1897379"/>
            <a:ext cx="4255135" cy="13970"/>
          </a:xfrm>
          <a:custGeom>
            <a:avLst/>
            <a:gdLst/>
            <a:ahLst/>
            <a:cxnLst/>
            <a:rect l="l" t="t" r="r" b="b"/>
            <a:pathLst>
              <a:path w="4255135" h="13969">
                <a:moveTo>
                  <a:pt x="4255008" y="0"/>
                </a:moveTo>
                <a:lnTo>
                  <a:pt x="0" y="0"/>
                </a:lnTo>
                <a:lnTo>
                  <a:pt x="0" y="13716"/>
                </a:lnTo>
                <a:lnTo>
                  <a:pt x="4255008" y="13716"/>
                </a:lnTo>
                <a:lnTo>
                  <a:pt x="4255008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02766" y="1627378"/>
            <a:ext cx="4281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7119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VALID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NON-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VALID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67571" y="1900904"/>
            <a:ext cx="633095" cy="163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46300"/>
              </a:lnSpc>
              <a:spcBef>
                <a:spcPts val="100"/>
              </a:spcBef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_$=6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b=6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b=5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for=6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9925" y="1900904"/>
            <a:ext cx="963294" cy="243522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a=10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_=5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46300"/>
              </a:lnSpc>
              <a:spcBef>
                <a:spcPts val="1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_if=6 While_=4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5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float=6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95600" y="1600200"/>
            <a:ext cx="19050" cy="2819400"/>
          </a:xfrm>
          <a:custGeom>
            <a:avLst/>
            <a:gdLst/>
            <a:ahLst/>
            <a:cxnLst/>
            <a:rect l="l" t="t" r="r" b="b"/>
            <a:pathLst>
              <a:path w="19050" h="2819400">
                <a:moveTo>
                  <a:pt x="0" y="0"/>
                </a:moveTo>
                <a:lnTo>
                  <a:pt x="19050" y="2819400"/>
                </a:lnTo>
              </a:path>
            </a:pathLst>
          </a:custGeom>
          <a:ln w="12700">
            <a:solidFill>
              <a:srgbClr val="90C2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Python</a:t>
            </a:r>
            <a:r>
              <a:rPr b="1" spc="-19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70" dirty="0">
                <a:solidFill>
                  <a:srgbClr val="F1A399"/>
                </a:solidFill>
                <a:latin typeface="Arial"/>
                <a:cs typeface="Arial"/>
              </a:rPr>
              <a:t>data</a:t>
            </a:r>
            <a:r>
              <a:rPr b="1" spc="-204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46962"/>
            <a:ext cx="8089900" cy="4965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allocate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space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main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memory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storing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There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14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programming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classified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6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types: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Fundamental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datatype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–int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float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bool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complex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Sequential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datatype-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bytearray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datatype-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tuple.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datatype-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set.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Dictionary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datatype-dict.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Nontype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datatype-nontype.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Fundamental</a:t>
            </a:r>
            <a:r>
              <a:rPr b="1" spc="8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category</a:t>
            </a:r>
            <a:r>
              <a:rPr b="1" spc="8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70" dirty="0">
                <a:solidFill>
                  <a:srgbClr val="F1A399"/>
                </a:solidFill>
                <a:latin typeface="Arial"/>
                <a:cs typeface="Arial"/>
              </a:rPr>
              <a:t>data</a:t>
            </a:r>
            <a:r>
              <a:rPr b="1" spc="9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F1A399"/>
                </a:solidFill>
                <a:latin typeface="Arial"/>
                <a:cs typeface="Arial"/>
              </a:rPr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27378"/>
            <a:ext cx="7435850" cy="298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INTEGER: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stores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integral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whole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number(does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contain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decimal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value).</a:t>
            </a:r>
            <a:endParaRPr sz="1800">
              <a:latin typeface="Trebuchet MS"/>
              <a:cs typeface="Trebuchet MS"/>
            </a:endParaRPr>
          </a:p>
          <a:p>
            <a:pPr marL="695325" marR="3516629" indent="-683260">
              <a:lnSpc>
                <a:spcPct val="146100"/>
              </a:lnSpc>
              <a:tabLst>
                <a:tab pos="628015" algn="l"/>
                <a:tab pos="2764790" algn="l"/>
              </a:tabLst>
            </a:pP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a=5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print(id(a)) print(a)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2400935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OUTPUT:5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it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memory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location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SYSTEM-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"/>
              <a:buChar char="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Binary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contains-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4585045"/>
            <a:ext cx="2570480" cy="82676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Base-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Representation-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</a:t>
            </a:r>
            <a:r>
              <a:rPr sz="18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OB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01491" y="2660650"/>
            <a:ext cx="103505" cy="387350"/>
          </a:xfrm>
          <a:custGeom>
            <a:avLst/>
            <a:gdLst/>
            <a:ahLst/>
            <a:cxnLst/>
            <a:rect l="l" t="t" r="r" b="b"/>
            <a:pathLst>
              <a:path w="103504" h="387350">
                <a:moveTo>
                  <a:pt x="45184" y="351382"/>
                </a:moveTo>
                <a:lnTo>
                  <a:pt x="45082" y="376574"/>
                </a:lnTo>
                <a:lnTo>
                  <a:pt x="46024" y="378205"/>
                </a:lnTo>
                <a:lnTo>
                  <a:pt x="47495" y="380856"/>
                </a:lnTo>
                <a:lnTo>
                  <a:pt x="47712" y="381126"/>
                </a:lnTo>
                <a:lnTo>
                  <a:pt x="51308" y="387350"/>
                </a:lnTo>
                <a:lnTo>
                  <a:pt x="57658" y="376574"/>
                </a:lnTo>
                <a:lnTo>
                  <a:pt x="57672" y="371601"/>
                </a:lnTo>
                <a:lnTo>
                  <a:pt x="45847" y="371601"/>
                </a:lnTo>
                <a:lnTo>
                  <a:pt x="51419" y="362146"/>
                </a:lnTo>
                <a:lnTo>
                  <a:pt x="45184" y="351382"/>
                </a:lnTo>
                <a:close/>
              </a:path>
              <a:path w="103504" h="387350">
                <a:moveTo>
                  <a:pt x="45082" y="376574"/>
                </a:moveTo>
                <a:lnTo>
                  <a:pt x="45079" y="378333"/>
                </a:lnTo>
                <a:lnTo>
                  <a:pt x="47495" y="380856"/>
                </a:lnTo>
                <a:lnTo>
                  <a:pt x="46098" y="378333"/>
                </a:lnTo>
                <a:lnTo>
                  <a:pt x="45082" y="376574"/>
                </a:lnTo>
                <a:close/>
              </a:path>
              <a:path w="103504" h="387350">
                <a:moveTo>
                  <a:pt x="57658" y="376574"/>
                </a:moveTo>
                <a:lnTo>
                  <a:pt x="55134" y="380856"/>
                </a:lnTo>
                <a:lnTo>
                  <a:pt x="57658" y="378333"/>
                </a:lnTo>
                <a:lnTo>
                  <a:pt x="57658" y="376574"/>
                </a:lnTo>
                <a:close/>
              </a:path>
              <a:path w="103504" h="387350">
                <a:moveTo>
                  <a:pt x="7112" y="291084"/>
                </a:moveTo>
                <a:lnTo>
                  <a:pt x="1016" y="294639"/>
                </a:lnTo>
                <a:lnTo>
                  <a:pt x="0" y="298576"/>
                </a:lnTo>
                <a:lnTo>
                  <a:pt x="1778" y="301625"/>
                </a:lnTo>
                <a:lnTo>
                  <a:pt x="44958" y="376359"/>
                </a:lnTo>
                <a:lnTo>
                  <a:pt x="45063" y="351173"/>
                </a:lnTo>
                <a:lnTo>
                  <a:pt x="10922" y="292226"/>
                </a:lnTo>
                <a:lnTo>
                  <a:pt x="7112" y="291084"/>
                </a:lnTo>
                <a:close/>
              </a:path>
              <a:path w="103504" h="387350">
                <a:moveTo>
                  <a:pt x="96266" y="291464"/>
                </a:moveTo>
                <a:lnTo>
                  <a:pt x="92456" y="292480"/>
                </a:lnTo>
                <a:lnTo>
                  <a:pt x="90678" y="295528"/>
                </a:lnTo>
                <a:lnTo>
                  <a:pt x="57885" y="351173"/>
                </a:lnTo>
                <a:lnTo>
                  <a:pt x="57762" y="351382"/>
                </a:lnTo>
                <a:lnTo>
                  <a:pt x="57658" y="376359"/>
                </a:lnTo>
                <a:lnTo>
                  <a:pt x="58717" y="374776"/>
                </a:lnTo>
                <a:lnTo>
                  <a:pt x="101600" y="302005"/>
                </a:lnTo>
                <a:lnTo>
                  <a:pt x="103378" y="298958"/>
                </a:lnTo>
                <a:lnTo>
                  <a:pt x="102362" y="295021"/>
                </a:lnTo>
                <a:lnTo>
                  <a:pt x="96266" y="291464"/>
                </a:lnTo>
                <a:close/>
              </a:path>
              <a:path w="103504" h="387350">
                <a:moveTo>
                  <a:pt x="51419" y="362146"/>
                </a:moveTo>
                <a:lnTo>
                  <a:pt x="45847" y="371601"/>
                </a:lnTo>
                <a:lnTo>
                  <a:pt x="56896" y="371601"/>
                </a:lnTo>
                <a:lnTo>
                  <a:pt x="51419" y="362146"/>
                </a:lnTo>
                <a:close/>
              </a:path>
              <a:path w="103504" h="387350">
                <a:moveTo>
                  <a:pt x="57762" y="351382"/>
                </a:moveTo>
                <a:lnTo>
                  <a:pt x="51419" y="362146"/>
                </a:lnTo>
                <a:lnTo>
                  <a:pt x="56896" y="371601"/>
                </a:lnTo>
                <a:lnTo>
                  <a:pt x="57672" y="371601"/>
                </a:lnTo>
                <a:lnTo>
                  <a:pt x="57762" y="351382"/>
                </a:lnTo>
                <a:close/>
              </a:path>
              <a:path w="103504" h="387350">
                <a:moveTo>
                  <a:pt x="56387" y="0"/>
                </a:moveTo>
                <a:lnTo>
                  <a:pt x="49403" y="0"/>
                </a:lnTo>
                <a:lnTo>
                  <a:pt x="46609" y="2921"/>
                </a:lnTo>
                <a:lnTo>
                  <a:pt x="46609" y="6350"/>
                </a:lnTo>
                <a:lnTo>
                  <a:pt x="45333" y="291084"/>
                </a:lnTo>
                <a:lnTo>
                  <a:pt x="45299" y="298576"/>
                </a:lnTo>
                <a:lnTo>
                  <a:pt x="45184" y="351382"/>
                </a:lnTo>
                <a:lnTo>
                  <a:pt x="51419" y="362146"/>
                </a:lnTo>
                <a:lnTo>
                  <a:pt x="57762" y="351382"/>
                </a:lnTo>
                <a:lnTo>
                  <a:pt x="59309" y="6350"/>
                </a:lnTo>
                <a:lnTo>
                  <a:pt x="59309" y="2921"/>
                </a:lnTo>
                <a:lnTo>
                  <a:pt x="56387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17850" y="5282057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4">
                <a:moveTo>
                  <a:pt x="600201" y="46355"/>
                </a:moveTo>
                <a:lnTo>
                  <a:pt x="520826" y="92456"/>
                </a:lnTo>
                <a:lnTo>
                  <a:pt x="519811" y="96266"/>
                </a:lnTo>
                <a:lnTo>
                  <a:pt x="523366" y="102362"/>
                </a:lnTo>
                <a:lnTo>
                  <a:pt x="527176" y="103378"/>
                </a:lnTo>
                <a:lnTo>
                  <a:pt x="606524" y="57404"/>
                </a:lnTo>
                <a:lnTo>
                  <a:pt x="600201" y="57404"/>
                </a:lnTo>
                <a:lnTo>
                  <a:pt x="590906" y="51943"/>
                </a:lnTo>
                <a:lnTo>
                  <a:pt x="600201" y="51943"/>
                </a:lnTo>
                <a:lnTo>
                  <a:pt x="600201" y="46355"/>
                </a:lnTo>
                <a:close/>
              </a:path>
              <a:path w="615950" h="103504">
                <a:moveTo>
                  <a:pt x="6350" y="43942"/>
                </a:moveTo>
                <a:lnTo>
                  <a:pt x="2920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606806" y="58293"/>
                </a:lnTo>
                <a:lnTo>
                  <a:pt x="579647" y="58293"/>
                </a:lnTo>
                <a:lnTo>
                  <a:pt x="590580" y="51943"/>
                </a:lnTo>
                <a:lnTo>
                  <a:pt x="590906" y="51943"/>
                </a:lnTo>
                <a:lnTo>
                  <a:pt x="580097" y="45593"/>
                </a:lnTo>
                <a:lnTo>
                  <a:pt x="603376" y="45593"/>
                </a:lnTo>
                <a:lnTo>
                  <a:pt x="6350" y="43942"/>
                </a:lnTo>
                <a:close/>
              </a:path>
              <a:path w="615950" h="103504">
                <a:moveTo>
                  <a:pt x="609307" y="55791"/>
                </a:moveTo>
                <a:lnTo>
                  <a:pt x="604990" y="58293"/>
                </a:lnTo>
                <a:lnTo>
                  <a:pt x="606805" y="58293"/>
                </a:lnTo>
                <a:lnTo>
                  <a:pt x="609307" y="55791"/>
                </a:lnTo>
                <a:close/>
              </a:path>
              <a:path w="615950" h="103504">
                <a:moveTo>
                  <a:pt x="600201" y="51943"/>
                </a:moveTo>
                <a:lnTo>
                  <a:pt x="590906" y="51943"/>
                </a:lnTo>
                <a:lnTo>
                  <a:pt x="600201" y="57404"/>
                </a:lnTo>
                <a:lnTo>
                  <a:pt x="600201" y="51943"/>
                </a:lnTo>
                <a:close/>
              </a:path>
              <a:path w="615950" h="103504">
                <a:moveTo>
                  <a:pt x="606429" y="46355"/>
                </a:moveTo>
                <a:lnTo>
                  <a:pt x="600201" y="46355"/>
                </a:lnTo>
                <a:lnTo>
                  <a:pt x="600201" y="57404"/>
                </a:lnTo>
                <a:lnTo>
                  <a:pt x="606524" y="57404"/>
                </a:lnTo>
                <a:lnTo>
                  <a:pt x="609307" y="55791"/>
                </a:lnTo>
                <a:lnTo>
                  <a:pt x="609726" y="55372"/>
                </a:lnTo>
                <a:lnTo>
                  <a:pt x="609726" y="48387"/>
                </a:lnTo>
                <a:lnTo>
                  <a:pt x="609493" y="48153"/>
                </a:lnTo>
                <a:lnTo>
                  <a:pt x="606429" y="46355"/>
                </a:lnTo>
                <a:close/>
              </a:path>
              <a:path w="615950" h="103504">
                <a:moveTo>
                  <a:pt x="609493" y="48153"/>
                </a:moveTo>
                <a:lnTo>
                  <a:pt x="609726" y="48387"/>
                </a:lnTo>
                <a:lnTo>
                  <a:pt x="609726" y="55372"/>
                </a:lnTo>
                <a:lnTo>
                  <a:pt x="609307" y="55791"/>
                </a:lnTo>
                <a:lnTo>
                  <a:pt x="615950" y="51943"/>
                </a:lnTo>
                <a:lnTo>
                  <a:pt x="609493" y="48153"/>
                </a:lnTo>
                <a:close/>
              </a:path>
              <a:path w="615950" h="103504">
                <a:moveTo>
                  <a:pt x="527430" y="0"/>
                </a:moveTo>
                <a:lnTo>
                  <a:pt x="523621" y="1016"/>
                </a:lnTo>
                <a:lnTo>
                  <a:pt x="520064" y="7112"/>
                </a:lnTo>
                <a:lnTo>
                  <a:pt x="521080" y="10922"/>
                </a:lnTo>
                <a:lnTo>
                  <a:pt x="590906" y="51943"/>
                </a:lnTo>
                <a:lnTo>
                  <a:pt x="590580" y="51943"/>
                </a:lnTo>
                <a:lnTo>
                  <a:pt x="600201" y="46355"/>
                </a:lnTo>
                <a:lnTo>
                  <a:pt x="606429" y="46355"/>
                </a:lnTo>
                <a:lnTo>
                  <a:pt x="527430" y="0"/>
                </a:lnTo>
                <a:close/>
              </a:path>
              <a:path w="615950" h="103504">
                <a:moveTo>
                  <a:pt x="606933" y="45593"/>
                </a:moveTo>
                <a:lnTo>
                  <a:pt x="605130" y="45593"/>
                </a:lnTo>
                <a:lnTo>
                  <a:pt x="609493" y="48153"/>
                </a:lnTo>
                <a:lnTo>
                  <a:pt x="6069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14800" y="4724400"/>
            <a:ext cx="2971800" cy="8382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139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Both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allowed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endParaRPr sz="18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not</a:t>
            </a:r>
            <a:r>
              <a:rPr sz="18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case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–sensitive.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738886"/>
            <a:ext cx="6024880" cy="2103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59815" indent="342265">
              <a:lnSpc>
                <a:spcPct val="126099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"/>
              <a:buChar char="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Decimal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contains-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0,1,2,….,9.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Wingdings"/>
              <a:buChar char="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Octal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contains-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0,1,2,..,7.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Base-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Representation-Oo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Wingdings"/>
              <a:buChar char="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Hexadecimal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contains-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0,1,…,9,A,B,…,F.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889630"/>
            <a:ext cx="10687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Examples: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3989" y="2818003"/>
            <a:ext cx="2895600" cy="7175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print(Ob010)</a:t>
            </a:r>
            <a:endParaRPr sz="1800">
              <a:latin typeface="Trebuchet MS"/>
              <a:cs typeface="Trebuchet MS"/>
            </a:endParaRPr>
          </a:p>
          <a:p>
            <a:pPr marL="130175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(gives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decimal)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7689" y="3857625"/>
            <a:ext cx="3201670" cy="17449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6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print(Oo123)</a:t>
            </a:r>
            <a:endParaRPr sz="180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  <a:spcBef>
                <a:spcPts val="56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83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(gives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decimal)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print(OxA97)</a:t>
            </a:r>
            <a:endParaRPr sz="180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  <a:spcBef>
                <a:spcPts val="56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2711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(gives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decimal)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9437" y="3377184"/>
            <a:ext cx="845185" cy="103505"/>
          </a:xfrm>
          <a:custGeom>
            <a:avLst/>
            <a:gdLst/>
            <a:ahLst/>
            <a:cxnLst/>
            <a:rect l="l" t="t" r="r" b="b"/>
            <a:pathLst>
              <a:path w="845185" h="103504">
                <a:moveTo>
                  <a:pt x="819479" y="51815"/>
                </a:moveTo>
                <a:lnTo>
                  <a:pt x="816097" y="53720"/>
                </a:lnTo>
                <a:lnTo>
                  <a:pt x="749439" y="92328"/>
                </a:lnTo>
                <a:lnTo>
                  <a:pt x="748423" y="96265"/>
                </a:lnTo>
                <a:lnTo>
                  <a:pt x="751979" y="102362"/>
                </a:lnTo>
                <a:lnTo>
                  <a:pt x="755916" y="103377"/>
                </a:lnTo>
                <a:lnTo>
                  <a:pt x="758837" y="101600"/>
                </a:lnTo>
                <a:lnTo>
                  <a:pt x="835159" y="57276"/>
                </a:lnTo>
                <a:lnTo>
                  <a:pt x="828814" y="57276"/>
                </a:lnTo>
                <a:lnTo>
                  <a:pt x="819479" y="51815"/>
                </a:lnTo>
                <a:close/>
              </a:path>
              <a:path w="845185" h="103504">
                <a:moveTo>
                  <a:pt x="6375" y="43814"/>
                </a:moveTo>
                <a:lnTo>
                  <a:pt x="2870" y="43814"/>
                </a:lnTo>
                <a:lnTo>
                  <a:pt x="25" y="46736"/>
                </a:lnTo>
                <a:lnTo>
                  <a:pt x="0" y="53720"/>
                </a:lnTo>
                <a:lnTo>
                  <a:pt x="2844" y="56514"/>
                </a:lnTo>
                <a:lnTo>
                  <a:pt x="835545" y="58165"/>
                </a:lnTo>
                <a:lnTo>
                  <a:pt x="808422" y="58165"/>
                </a:lnTo>
                <a:lnTo>
                  <a:pt x="819386" y="51815"/>
                </a:lnTo>
                <a:lnTo>
                  <a:pt x="808624" y="45465"/>
                </a:lnTo>
                <a:lnTo>
                  <a:pt x="831989" y="45465"/>
                </a:lnTo>
                <a:lnTo>
                  <a:pt x="6375" y="43814"/>
                </a:lnTo>
                <a:close/>
              </a:path>
              <a:path w="845185" h="103504">
                <a:moveTo>
                  <a:pt x="838201" y="55510"/>
                </a:moveTo>
                <a:lnTo>
                  <a:pt x="833628" y="58165"/>
                </a:lnTo>
                <a:lnTo>
                  <a:pt x="835545" y="58165"/>
                </a:lnTo>
                <a:lnTo>
                  <a:pt x="838201" y="55510"/>
                </a:lnTo>
                <a:close/>
              </a:path>
              <a:path w="845185" h="103504">
                <a:moveTo>
                  <a:pt x="828814" y="46354"/>
                </a:moveTo>
                <a:lnTo>
                  <a:pt x="819479" y="51815"/>
                </a:lnTo>
                <a:lnTo>
                  <a:pt x="828814" y="57276"/>
                </a:lnTo>
                <a:lnTo>
                  <a:pt x="828814" y="46354"/>
                </a:lnTo>
                <a:close/>
              </a:path>
              <a:path w="845185" h="103504">
                <a:moveTo>
                  <a:pt x="835234" y="46354"/>
                </a:moveTo>
                <a:lnTo>
                  <a:pt x="828814" y="46354"/>
                </a:lnTo>
                <a:lnTo>
                  <a:pt x="828814" y="57276"/>
                </a:lnTo>
                <a:lnTo>
                  <a:pt x="835159" y="57276"/>
                </a:lnTo>
                <a:lnTo>
                  <a:pt x="838201" y="55510"/>
                </a:lnTo>
                <a:lnTo>
                  <a:pt x="838339" y="55510"/>
                </a:lnTo>
                <a:lnTo>
                  <a:pt x="838339" y="48260"/>
                </a:lnTo>
                <a:lnTo>
                  <a:pt x="838488" y="48260"/>
                </a:lnTo>
                <a:lnTo>
                  <a:pt x="835234" y="46354"/>
                </a:lnTo>
                <a:close/>
              </a:path>
              <a:path w="845185" h="103504">
                <a:moveTo>
                  <a:pt x="838488" y="48260"/>
                </a:moveTo>
                <a:lnTo>
                  <a:pt x="838339" y="48260"/>
                </a:lnTo>
                <a:lnTo>
                  <a:pt x="838339" y="55510"/>
                </a:lnTo>
                <a:lnTo>
                  <a:pt x="838201" y="55510"/>
                </a:lnTo>
                <a:lnTo>
                  <a:pt x="844562" y="51815"/>
                </a:lnTo>
                <a:lnTo>
                  <a:pt x="838488" y="48260"/>
                </a:lnTo>
                <a:close/>
              </a:path>
              <a:path w="845185" h="103504">
                <a:moveTo>
                  <a:pt x="756043" y="0"/>
                </a:moveTo>
                <a:lnTo>
                  <a:pt x="752106" y="1015"/>
                </a:lnTo>
                <a:lnTo>
                  <a:pt x="750455" y="3937"/>
                </a:lnTo>
                <a:lnTo>
                  <a:pt x="748677" y="6985"/>
                </a:lnTo>
                <a:lnTo>
                  <a:pt x="749693" y="10921"/>
                </a:lnTo>
                <a:lnTo>
                  <a:pt x="752614" y="12700"/>
                </a:lnTo>
                <a:lnTo>
                  <a:pt x="819479" y="51815"/>
                </a:lnTo>
                <a:lnTo>
                  <a:pt x="828814" y="46354"/>
                </a:lnTo>
                <a:lnTo>
                  <a:pt x="835234" y="46354"/>
                </a:lnTo>
                <a:lnTo>
                  <a:pt x="756043" y="0"/>
                </a:lnTo>
                <a:close/>
              </a:path>
              <a:path w="845185" h="103504">
                <a:moveTo>
                  <a:pt x="835545" y="45465"/>
                </a:moveTo>
                <a:lnTo>
                  <a:pt x="833716" y="45465"/>
                </a:lnTo>
                <a:lnTo>
                  <a:pt x="838488" y="48260"/>
                </a:lnTo>
                <a:lnTo>
                  <a:pt x="838339" y="48260"/>
                </a:lnTo>
                <a:lnTo>
                  <a:pt x="835545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5637" y="4443857"/>
            <a:ext cx="768985" cy="103505"/>
          </a:xfrm>
          <a:custGeom>
            <a:avLst/>
            <a:gdLst/>
            <a:ahLst/>
            <a:cxnLst/>
            <a:rect l="l" t="t" r="r" b="b"/>
            <a:pathLst>
              <a:path w="768985" h="103504">
                <a:moveTo>
                  <a:pt x="743279" y="51943"/>
                </a:moveTo>
                <a:lnTo>
                  <a:pt x="739897" y="53848"/>
                </a:lnTo>
                <a:lnTo>
                  <a:pt x="673239" y="92456"/>
                </a:lnTo>
                <a:lnTo>
                  <a:pt x="672223" y="96393"/>
                </a:lnTo>
                <a:lnTo>
                  <a:pt x="675779" y="102489"/>
                </a:lnTo>
                <a:lnTo>
                  <a:pt x="679589" y="103505"/>
                </a:lnTo>
                <a:lnTo>
                  <a:pt x="758960" y="57404"/>
                </a:lnTo>
                <a:lnTo>
                  <a:pt x="752614" y="57404"/>
                </a:lnTo>
                <a:lnTo>
                  <a:pt x="743279" y="51943"/>
                </a:lnTo>
                <a:close/>
              </a:path>
              <a:path w="768985" h="103504">
                <a:moveTo>
                  <a:pt x="6375" y="43942"/>
                </a:moveTo>
                <a:lnTo>
                  <a:pt x="2870" y="43942"/>
                </a:lnTo>
                <a:lnTo>
                  <a:pt x="25" y="46863"/>
                </a:lnTo>
                <a:lnTo>
                  <a:pt x="0" y="53848"/>
                </a:lnTo>
                <a:lnTo>
                  <a:pt x="2844" y="56642"/>
                </a:lnTo>
                <a:lnTo>
                  <a:pt x="759345" y="58293"/>
                </a:lnTo>
                <a:lnTo>
                  <a:pt x="732222" y="58293"/>
                </a:lnTo>
                <a:lnTo>
                  <a:pt x="743186" y="51943"/>
                </a:lnTo>
                <a:lnTo>
                  <a:pt x="732424" y="45593"/>
                </a:lnTo>
                <a:lnTo>
                  <a:pt x="755789" y="45593"/>
                </a:lnTo>
                <a:lnTo>
                  <a:pt x="6375" y="43942"/>
                </a:lnTo>
                <a:close/>
              </a:path>
              <a:path w="768985" h="103504">
                <a:moveTo>
                  <a:pt x="762000" y="55638"/>
                </a:moveTo>
                <a:lnTo>
                  <a:pt x="757430" y="58293"/>
                </a:lnTo>
                <a:lnTo>
                  <a:pt x="759345" y="58293"/>
                </a:lnTo>
                <a:lnTo>
                  <a:pt x="762000" y="55638"/>
                </a:lnTo>
                <a:close/>
              </a:path>
              <a:path w="768985" h="103504">
                <a:moveTo>
                  <a:pt x="752614" y="46482"/>
                </a:moveTo>
                <a:lnTo>
                  <a:pt x="743279" y="51943"/>
                </a:lnTo>
                <a:lnTo>
                  <a:pt x="752614" y="57404"/>
                </a:lnTo>
                <a:lnTo>
                  <a:pt x="752614" y="46482"/>
                </a:lnTo>
                <a:close/>
              </a:path>
              <a:path w="768985" h="103504">
                <a:moveTo>
                  <a:pt x="759058" y="46482"/>
                </a:moveTo>
                <a:lnTo>
                  <a:pt x="752614" y="46482"/>
                </a:lnTo>
                <a:lnTo>
                  <a:pt x="752614" y="57404"/>
                </a:lnTo>
                <a:lnTo>
                  <a:pt x="758960" y="57404"/>
                </a:lnTo>
                <a:lnTo>
                  <a:pt x="762000" y="55638"/>
                </a:lnTo>
                <a:lnTo>
                  <a:pt x="762139" y="55638"/>
                </a:lnTo>
                <a:lnTo>
                  <a:pt x="762139" y="48387"/>
                </a:lnTo>
                <a:lnTo>
                  <a:pt x="761906" y="48153"/>
                </a:lnTo>
                <a:lnTo>
                  <a:pt x="759058" y="46482"/>
                </a:lnTo>
                <a:close/>
              </a:path>
              <a:path w="768985" h="103504">
                <a:moveTo>
                  <a:pt x="761906" y="48153"/>
                </a:moveTo>
                <a:lnTo>
                  <a:pt x="762139" y="48387"/>
                </a:lnTo>
                <a:lnTo>
                  <a:pt x="762139" y="55638"/>
                </a:lnTo>
                <a:lnTo>
                  <a:pt x="762000" y="55638"/>
                </a:lnTo>
                <a:lnTo>
                  <a:pt x="768362" y="51943"/>
                </a:lnTo>
                <a:lnTo>
                  <a:pt x="761906" y="48153"/>
                </a:lnTo>
                <a:close/>
              </a:path>
              <a:path w="768985" h="103504">
                <a:moveTo>
                  <a:pt x="679843" y="0"/>
                </a:moveTo>
                <a:lnTo>
                  <a:pt x="676033" y="1016"/>
                </a:lnTo>
                <a:lnTo>
                  <a:pt x="672477" y="7112"/>
                </a:lnTo>
                <a:lnTo>
                  <a:pt x="673493" y="11049"/>
                </a:lnTo>
                <a:lnTo>
                  <a:pt x="676414" y="12827"/>
                </a:lnTo>
                <a:lnTo>
                  <a:pt x="743279" y="51943"/>
                </a:lnTo>
                <a:lnTo>
                  <a:pt x="752614" y="46482"/>
                </a:lnTo>
                <a:lnTo>
                  <a:pt x="759058" y="46482"/>
                </a:lnTo>
                <a:lnTo>
                  <a:pt x="679843" y="0"/>
                </a:lnTo>
                <a:close/>
              </a:path>
              <a:path w="768985" h="103504">
                <a:moveTo>
                  <a:pt x="759345" y="45593"/>
                </a:moveTo>
                <a:lnTo>
                  <a:pt x="757543" y="45593"/>
                </a:lnTo>
                <a:lnTo>
                  <a:pt x="761906" y="48153"/>
                </a:lnTo>
                <a:lnTo>
                  <a:pt x="759345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5637" y="5510657"/>
            <a:ext cx="768985" cy="103505"/>
          </a:xfrm>
          <a:custGeom>
            <a:avLst/>
            <a:gdLst/>
            <a:ahLst/>
            <a:cxnLst/>
            <a:rect l="l" t="t" r="r" b="b"/>
            <a:pathLst>
              <a:path w="768985" h="103504">
                <a:moveTo>
                  <a:pt x="743279" y="51943"/>
                </a:moveTo>
                <a:lnTo>
                  <a:pt x="739904" y="53848"/>
                </a:lnTo>
                <a:lnTo>
                  <a:pt x="673239" y="92481"/>
                </a:lnTo>
                <a:lnTo>
                  <a:pt x="672223" y="96367"/>
                </a:lnTo>
                <a:lnTo>
                  <a:pt x="675779" y="102425"/>
                </a:lnTo>
                <a:lnTo>
                  <a:pt x="679589" y="103454"/>
                </a:lnTo>
                <a:lnTo>
                  <a:pt x="758954" y="57404"/>
                </a:lnTo>
                <a:lnTo>
                  <a:pt x="752614" y="57404"/>
                </a:lnTo>
                <a:lnTo>
                  <a:pt x="743279" y="51943"/>
                </a:lnTo>
                <a:close/>
              </a:path>
              <a:path w="768985" h="103504">
                <a:moveTo>
                  <a:pt x="6375" y="43942"/>
                </a:moveTo>
                <a:lnTo>
                  <a:pt x="2870" y="43942"/>
                </a:lnTo>
                <a:lnTo>
                  <a:pt x="25" y="46863"/>
                </a:lnTo>
                <a:lnTo>
                  <a:pt x="0" y="53848"/>
                </a:lnTo>
                <a:lnTo>
                  <a:pt x="2844" y="56642"/>
                </a:lnTo>
                <a:lnTo>
                  <a:pt x="759345" y="58293"/>
                </a:lnTo>
                <a:lnTo>
                  <a:pt x="732234" y="58293"/>
                </a:lnTo>
                <a:lnTo>
                  <a:pt x="743191" y="51943"/>
                </a:lnTo>
                <a:lnTo>
                  <a:pt x="732424" y="45593"/>
                </a:lnTo>
                <a:lnTo>
                  <a:pt x="755789" y="45593"/>
                </a:lnTo>
                <a:lnTo>
                  <a:pt x="6375" y="43942"/>
                </a:lnTo>
                <a:close/>
              </a:path>
              <a:path w="768985" h="103504">
                <a:moveTo>
                  <a:pt x="762005" y="55632"/>
                </a:moveTo>
                <a:lnTo>
                  <a:pt x="757422" y="58293"/>
                </a:lnTo>
                <a:lnTo>
                  <a:pt x="759345" y="58293"/>
                </a:lnTo>
                <a:lnTo>
                  <a:pt x="762005" y="55632"/>
                </a:lnTo>
                <a:close/>
              </a:path>
              <a:path w="768985" h="103504">
                <a:moveTo>
                  <a:pt x="752614" y="46482"/>
                </a:moveTo>
                <a:lnTo>
                  <a:pt x="743279" y="51943"/>
                </a:lnTo>
                <a:lnTo>
                  <a:pt x="752614" y="57404"/>
                </a:lnTo>
                <a:lnTo>
                  <a:pt x="752614" y="46482"/>
                </a:lnTo>
                <a:close/>
              </a:path>
              <a:path w="768985" h="103504">
                <a:moveTo>
                  <a:pt x="759058" y="46482"/>
                </a:moveTo>
                <a:lnTo>
                  <a:pt x="752614" y="46482"/>
                </a:lnTo>
                <a:lnTo>
                  <a:pt x="752614" y="57404"/>
                </a:lnTo>
                <a:lnTo>
                  <a:pt x="758954" y="57404"/>
                </a:lnTo>
                <a:lnTo>
                  <a:pt x="762005" y="55632"/>
                </a:lnTo>
                <a:lnTo>
                  <a:pt x="762139" y="55632"/>
                </a:lnTo>
                <a:lnTo>
                  <a:pt x="762139" y="48387"/>
                </a:lnTo>
                <a:lnTo>
                  <a:pt x="761906" y="48153"/>
                </a:lnTo>
                <a:lnTo>
                  <a:pt x="759058" y="46482"/>
                </a:lnTo>
                <a:close/>
              </a:path>
              <a:path w="768985" h="103504">
                <a:moveTo>
                  <a:pt x="761906" y="48153"/>
                </a:moveTo>
                <a:lnTo>
                  <a:pt x="762139" y="48387"/>
                </a:lnTo>
                <a:lnTo>
                  <a:pt x="762139" y="55632"/>
                </a:lnTo>
                <a:lnTo>
                  <a:pt x="762005" y="55632"/>
                </a:lnTo>
                <a:lnTo>
                  <a:pt x="768362" y="51943"/>
                </a:lnTo>
                <a:lnTo>
                  <a:pt x="761906" y="48153"/>
                </a:lnTo>
                <a:close/>
              </a:path>
              <a:path w="768985" h="103504">
                <a:moveTo>
                  <a:pt x="679843" y="0"/>
                </a:moveTo>
                <a:lnTo>
                  <a:pt x="676033" y="1016"/>
                </a:lnTo>
                <a:lnTo>
                  <a:pt x="672477" y="7112"/>
                </a:lnTo>
                <a:lnTo>
                  <a:pt x="673493" y="11049"/>
                </a:lnTo>
                <a:lnTo>
                  <a:pt x="676414" y="12827"/>
                </a:lnTo>
                <a:lnTo>
                  <a:pt x="743279" y="51943"/>
                </a:lnTo>
                <a:lnTo>
                  <a:pt x="752614" y="46482"/>
                </a:lnTo>
                <a:lnTo>
                  <a:pt x="759058" y="46482"/>
                </a:lnTo>
                <a:lnTo>
                  <a:pt x="679843" y="0"/>
                </a:lnTo>
                <a:close/>
              </a:path>
              <a:path w="768985" h="103504">
                <a:moveTo>
                  <a:pt x="759345" y="45593"/>
                </a:moveTo>
                <a:lnTo>
                  <a:pt x="757543" y="45593"/>
                </a:lnTo>
                <a:lnTo>
                  <a:pt x="761906" y="48153"/>
                </a:lnTo>
                <a:lnTo>
                  <a:pt x="759345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10286"/>
            <a:ext cx="7204075" cy="49885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print(Ox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free)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(because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hexadecimal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contain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r.)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print(Oo128)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531050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(because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octal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not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contain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8.)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649595">
              <a:lnSpc>
                <a:spcPct val="1462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print(Ox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FaCE)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64206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print(type(Ox</a:t>
            </a:r>
            <a:r>
              <a:rPr sz="18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Face))</a:t>
            </a:r>
            <a:endParaRPr sz="1800">
              <a:latin typeface="Trebuchet MS"/>
              <a:cs typeface="Trebuchet MS"/>
            </a:endParaRPr>
          </a:p>
          <a:p>
            <a:pPr marL="355600" marR="625475" indent="-3429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Output: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&lt;class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int&gt;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(because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Ox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decimal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i.e,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number.)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Base</a:t>
            </a:r>
            <a:r>
              <a:rPr b="1" spc="-6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conversion</a:t>
            </a:r>
            <a:r>
              <a:rPr b="1" spc="-5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1359"/>
            <a:ext cx="1524635" cy="163068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Bin(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Oct(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3170"/>
              </a:lnSpc>
              <a:spcBef>
                <a:spcPts val="9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Hex(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Example: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a=15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6185" y="1627378"/>
            <a:ext cx="336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contain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decimal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58547" y="3105785"/>
            <a:ext cx="1364615" cy="163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2225">
              <a:lnSpc>
                <a:spcPct val="146300"/>
              </a:lnSpc>
              <a:spcBef>
                <a:spcPts val="9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print(hex(a))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Ox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F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print(bin(a))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1111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3633596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Output: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4436745"/>
            <a:ext cx="821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Output: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5750" y="1739010"/>
            <a:ext cx="730250" cy="859155"/>
          </a:xfrm>
          <a:custGeom>
            <a:avLst/>
            <a:gdLst/>
            <a:ahLst/>
            <a:cxnLst/>
            <a:rect l="l" t="t" r="r" b="b"/>
            <a:pathLst>
              <a:path w="730250" h="859155">
                <a:moveTo>
                  <a:pt x="539750" y="127889"/>
                </a:moveTo>
                <a:lnTo>
                  <a:pt x="532396" y="129133"/>
                </a:lnTo>
                <a:lnTo>
                  <a:pt x="528701" y="128778"/>
                </a:lnTo>
                <a:lnTo>
                  <a:pt x="527291" y="129984"/>
                </a:lnTo>
                <a:lnTo>
                  <a:pt x="532168" y="129159"/>
                </a:lnTo>
                <a:lnTo>
                  <a:pt x="527291" y="129984"/>
                </a:lnTo>
                <a:lnTo>
                  <a:pt x="442087" y="144272"/>
                </a:lnTo>
                <a:lnTo>
                  <a:pt x="438531" y="144907"/>
                </a:lnTo>
                <a:lnTo>
                  <a:pt x="436245" y="148209"/>
                </a:lnTo>
                <a:lnTo>
                  <a:pt x="436880" y="151638"/>
                </a:lnTo>
                <a:lnTo>
                  <a:pt x="437388" y="155067"/>
                </a:lnTo>
                <a:lnTo>
                  <a:pt x="440690" y="157480"/>
                </a:lnTo>
                <a:lnTo>
                  <a:pt x="444119" y="156845"/>
                </a:lnTo>
                <a:lnTo>
                  <a:pt x="507949" y="146138"/>
                </a:lnTo>
                <a:lnTo>
                  <a:pt x="78486" y="504063"/>
                </a:lnTo>
                <a:lnTo>
                  <a:pt x="75819" y="506222"/>
                </a:lnTo>
                <a:lnTo>
                  <a:pt x="75438" y="510286"/>
                </a:lnTo>
                <a:lnTo>
                  <a:pt x="77724" y="512953"/>
                </a:lnTo>
                <a:lnTo>
                  <a:pt x="79870" y="515620"/>
                </a:lnTo>
                <a:lnTo>
                  <a:pt x="83947" y="516001"/>
                </a:lnTo>
                <a:lnTo>
                  <a:pt x="86614" y="513715"/>
                </a:lnTo>
                <a:lnTo>
                  <a:pt x="516077" y="155917"/>
                </a:lnTo>
                <a:lnTo>
                  <a:pt x="494030" y="216662"/>
                </a:lnTo>
                <a:lnTo>
                  <a:pt x="492887" y="219964"/>
                </a:lnTo>
                <a:lnTo>
                  <a:pt x="494538" y="223647"/>
                </a:lnTo>
                <a:lnTo>
                  <a:pt x="497840" y="224790"/>
                </a:lnTo>
                <a:lnTo>
                  <a:pt x="501142" y="226060"/>
                </a:lnTo>
                <a:lnTo>
                  <a:pt x="504825" y="224282"/>
                </a:lnTo>
                <a:lnTo>
                  <a:pt x="505968" y="220980"/>
                </a:lnTo>
                <a:lnTo>
                  <a:pt x="535444" y="139750"/>
                </a:lnTo>
                <a:lnTo>
                  <a:pt x="536829" y="138557"/>
                </a:lnTo>
                <a:lnTo>
                  <a:pt x="537171" y="134988"/>
                </a:lnTo>
                <a:lnTo>
                  <a:pt x="537197" y="134708"/>
                </a:lnTo>
                <a:lnTo>
                  <a:pt x="536536" y="133819"/>
                </a:lnTo>
                <a:lnTo>
                  <a:pt x="537273" y="134708"/>
                </a:lnTo>
                <a:lnTo>
                  <a:pt x="539280" y="129159"/>
                </a:lnTo>
                <a:lnTo>
                  <a:pt x="539750" y="127889"/>
                </a:lnTo>
                <a:close/>
              </a:path>
              <a:path w="730250" h="859155">
                <a:moveTo>
                  <a:pt x="609841" y="48133"/>
                </a:moveTo>
                <a:lnTo>
                  <a:pt x="607809" y="46228"/>
                </a:lnTo>
                <a:lnTo>
                  <a:pt x="606933" y="45339"/>
                </a:lnTo>
                <a:lnTo>
                  <a:pt x="605053" y="45339"/>
                </a:lnTo>
                <a:lnTo>
                  <a:pt x="605739" y="45758"/>
                </a:lnTo>
                <a:lnTo>
                  <a:pt x="527304" y="0"/>
                </a:lnTo>
                <a:lnTo>
                  <a:pt x="523494" y="1016"/>
                </a:lnTo>
                <a:lnTo>
                  <a:pt x="519938" y="7112"/>
                </a:lnTo>
                <a:lnTo>
                  <a:pt x="520954" y="10922"/>
                </a:lnTo>
                <a:lnTo>
                  <a:pt x="579932" y="45339"/>
                </a:lnTo>
                <a:lnTo>
                  <a:pt x="307594" y="45339"/>
                </a:lnTo>
                <a:lnTo>
                  <a:pt x="304800" y="48133"/>
                </a:lnTo>
                <a:lnTo>
                  <a:pt x="304800" y="121539"/>
                </a:lnTo>
                <a:lnTo>
                  <a:pt x="2794" y="121539"/>
                </a:lnTo>
                <a:lnTo>
                  <a:pt x="0" y="124333"/>
                </a:lnTo>
                <a:lnTo>
                  <a:pt x="0" y="131445"/>
                </a:lnTo>
                <a:lnTo>
                  <a:pt x="2794" y="134239"/>
                </a:lnTo>
                <a:lnTo>
                  <a:pt x="314706" y="134239"/>
                </a:lnTo>
                <a:lnTo>
                  <a:pt x="317500" y="131445"/>
                </a:lnTo>
                <a:lnTo>
                  <a:pt x="317500" y="127889"/>
                </a:lnTo>
                <a:lnTo>
                  <a:pt x="317500" y="121539"/>
                </a:lnTo>
                <a:lnTo>
                  <a:pt x="317500" y="58039"/>
                </a:lnTo>
                <a:lnTo>
                  <a:pt x="579932" y="58039"/>
                </a:lnTo>
                <a:lnTo>
                  <a:pt x="520954" y="92456"/>
                </a:lnTo>
                <a:lnTo>
                  <a:pt x="519938" y="96266"/>
                </a:lnTo>
                <a:lnTo>
                  <a:pt x="523494" y="102362"/>
                </a:lnTo>
                <a:lnTo>
                  <a:pt x="527304" y="103378"/>
                </a:lnTo>
                <a:lnTo>
                  <a:pt x="605053" y="58039"/>
                </a:lnTo>
                <a:lnTo>
                  <a:pt x="606933" y="58039"/>
                </a:lnTo>
                <a:lnTo>
                  <a:pt x="609549" y="55422"/>
                </a:lnTo>
                <a:lnTo>
                  <a:pt x="609727" y="55321"/>
                </a:lnTo>
                <a:lnTo>
                  <a:pt x="609727" y="48133"/>
                </a:lnTo>
                <a:lnTo>
                  <a:pt x="606590" y="46240"/>
                </a:lnTo>
                <a:lnTo>
                  <a:pt x="609841" y="48133"/>
                </a:lnTo>
                <a:close/>
              </a:path>
              <a:path w="730250" h="859155">
                <a:moveTo>
                  <a:pt x="615950" y="51689"/>
                </a:moveTo>
                <a:lnTo>
                  <a:pt x="609841" y="48133"/>
                </a:lnTo>
                <a:lnTo>
                  <a:pt x="609727" y="55321"/>
                </a:lnTo>
                <a:lnTo>
                  <a:pt x="615950" y="51689"/>
                </a:lnTo>
                <a:close/>
              </a:path>
              <a:path w="730250" h="859155">
                <a:moveTo>
                  <a:pt x="723049" y="243636"/>
                </a:moveTo>
                <a:lnTo>
                  <a:pt x="719201" y="243459"/>
                </a:lnTo>
                <a:lnTo>
                  <a:pt x="717829" y="244690"/>
                </a:lnTo>
                <a:lnTo>
                  <a:pt x="723049" y="243636"/>
                </a:lnTo>
                <a:close/>
              </a:path>
              <a:path w="730250" h="859155">
                <a:moveTo>
                  <a:pt x="730250" y="242189"/>
                </a:moveTo>
                <a:lnTo>
                  <a:pt x="723074" y="243636"/>
                </a:lnTo>
                <a:lnTo>
                  <a:pt x="717829" y="244690"/>
                </a:lnTo>
                <a:lnTo>
                  <a:pt x="633095" y="261747"/>
                </a:lnTo>
                <a:lnTo>
                  <a:pt x="629666" y="262382"/>
                </a:lnTo>
                <a:lnTo>
                  <a:pt x="627507" y="265811"/>
                </a:lnTo>
                <a:lnTo>
                  <a:pt x="628777" y="272669"/>
                </a:lnTo>
                <a:lnTo>
                  <a:pt x="632206" y="274828"/>
                </a:lnTo>
                <a:lnTo>
                  <a:pt x="635635" y="274193"/>
                </a:lnTo>
                <a:lnTo>
                  <a:pt x="698995" y="261454"/>
                </a:lnTo>
                <a:lnTo>
                  <a:pt x="40259" y="847090"/>
                </a:lnTo>
                <a:lnTo>
                  <a:pt x="37592" y="849376"/>
                </a:lnTo>
                <a:lnTo>
                  <a:pt x="37338" y="853440"/>
                </a:lnTo>
                <a:lnTo>
                  <a:pt x="39751" y="855980"/>
                </a:lnTo>
                <a:lnTo>
                  <a:pt x="42037" y="858647"/>
                </a:lnTo>
                <a:lnTo>
                  <a:pt x="46101" y="858901"/>
                </a:lnTo>
                <a:lnTo>
                  <a:pt x="48641" y="856488"/>
                </a:lnTo>
                <a:lnTo>
                  <a:pt x="707466" y="270891"/>
                </a:lnTo>
                <a:lnTo>
                  <a:pt x="687451" y="332359"/>
                </a:lnTo>
                <a:lnTo>
                  <a:pt x="686308" y="335788"/>
                </a:lnTo>
                <a:lnTo>
                  <a:pt x="688086" y="339344"/>
                </a:lnTo>
                <a:lnTo>
                  <a:pt x="691515" y="340487"/>
                </a:lnTo>
                <a:lnTo>
                  <a:pt x="694817" y="341503"/>
                </a:lnTo>
                <a:lnTo>
                  <a:pt x="698373" y="339725"/>
                </a:lnTo>
                <a:lnTo>
                  <a:pt x="699516" y="336423"/>
                </a:lnTo>
                <a:lnTo>
                  <a:pt x="726338" y="254152"/>
                </a:lnTo>
                <a:lnTo>
                  <a:pt x="727710" y="252984"/>
                </a:lnTo>
                <a:lnTo>
                  <a:pt x="727938" y="249275"/>
                </a:lnTo>
                <a:lnTo>
                  <a:pt x="727951" y="248996"/>
                </a:lnTo>
                <a:lnTo>
                  <a:pt x="727595" y="248551"/>
                </a:lnTo>
                <a:lnTo>
                  <a:pt x="728027" y="248996"/>
                </a:lnTo>
                <a:lnTo>
                  <a:pt x="729767" y="243636"/>
                </a:lnTo>
                <a:lnTo>
                  <a:pt x="730250" y="242189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483819"/>
            <a:ext cx="61798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b="1" spc="-55" dirty="0">
                <a:solidFill>
                  <a:srgbClr val="404040"/>
                </a:solidFill>
                <a:latin typeface="Trebuchet MS"/>
                <a:cs typeface="Trebuchet MS"/>
              </a:rPr>
              <a:t>FLOAT:</a:t>
            </a:r>
            <a:r>
              <a:rPr sz="18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</a:rPr>
              <a:t>It</a:t>
            </a:r>
            <a:r>
              <a:rPr sz="1800" spc="-5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stores</a:t>
            </a:r>
            <a:r>
              <a:rPr sz="1800" spc="-3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floating</a:t>
            </a:r>
            <a:r>
              <a:rPr sz="1800" spc="-3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point</a:t>
            </a:r>
            <a:r>
              <a:rPr sz="1800" spc="-4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or</a:t>
            </a:r>
            <a:r>
              <a:rPr sz="1800" spc="-4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constant</a:t>
            </a:r>
            <a:r>
              <a:rPr sz="1800" spc="-4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literals</a:t>
            </a:r>
            <a:r>
              <a:rPr sz="1800" spc="-45" dirty="0">
                <a:solidFill>
                  <a:srgbClr val="404040"/>
                </a:solidFill>
              </a:rPr>
              <a:t> </a:t>
            </a:r>
            <a:r>
              <a:rPr sz="1800" spc="-10" dirty="0">
                <a:solidFill>
                  <a:srgbClr val="404040"/>
                </a:solidFill>
              </a:rPr>
              <a:t>value.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6794" y="760831"/>
            <a:ext cx="6123305" cy="7054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78571"/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pre-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defined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endParaRPr sz="14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571"/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support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binary ,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octal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hexadecimal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system.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6794" y="1781071"/>
            <a:ext cx="911225" cy="7067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4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4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x=3e^2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Print(3e^2)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2370" y="1781071"/>
            <a:ext cx="2795270" cy="70675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100"/>
              </a:spcBef>
            </a:pP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valid(exponential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form) =</a:t>
            </a:r>
            <a:r>
              <a:rPr sz="1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1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*</a:t>
            </a:r>
            <a:r>
              <a:rPr sz="1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10^2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300.0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54148" y="2159507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5">
                <a:moveTo>
                  <a:pt x="666975" y="51828"/>
                </a:moveTo>
                <a:lnTo>
                  <a:pt x="600075" y="90677"/>
                </a:lnTo>
                <a:lnTo>
                  <a:pt x="597026" y="92328"/>
                </a:lnTo>
                <a:lnTo>
                  <a:pt x="596010" y="96265"/>
                </a:lnTo>
                <a:lnTo>
                  <a:pt x="597788" y="99313"/>
                </a:lnTo>
                <a:lnTo>
                  <a:pt x="599439" y="102362"/>
                </a:lnTo>
                <a:lnTo>
                  <a:pt x="603376" y="103377"/>
                </a:lnTo>
                <a:lnTo>
                  <a:pt x="682747" y="57276"/>
                </a:lnTo>
                <a:lnTo>
                  <a:pt x="676275" y="57276"/>
                </a:lnTo>
                <a:lnTo>
                  <a:pt x="666975" y="51828"/>
                </a:lnTo>
                <a:close/>
              </a:path>
              <a:path w="6921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3" y="56641"/>
                </a:lnTo>
                <a:lnTo>
                  <a:pt x="683006" y="58165"/>
                </a:lnTo>
                <a:lnTo>
                  <a:pt x="656062" y="58165"/>
                </a:lnTo>
                <a:lnTo>
                  <a:pt x="666975" y="51828"/>
                </a:lnTo>
                <a:lnTo>
                  <a:pt x="656115" y="45465"/>
                </a:lnTo>
                <a:lnTo>
                  <a:pt x="679576" y="45465"/>
                </a:lnTo>
                <a:lnTo>
                  <a:pt x="6350" y="43941"/>
                </a:lnTo>
                <a:close/>
              </a:path>
              <a:path w="692150" h="103505">
                <a:moveTo>
                  <a:pt x="685771" y="55520"/>
                </a:moveTo>
                <a:lnTo>
                  <a:pt x="681217" y="58165"/>
                </a:lnTo>
                <a:lnTo>
                  <a:pt x="683006" y="58165"/>
                </a:lnTo>
                <a:lnTo>
                  <a:pt x="685771" y="55520"/>
                </a:lnTo>
                <a:close/>
              </a:path>
              <a:path w="692150" h="103505">
                <a:moveTo>
                  <a:pt x="676401" y="46354"/>
                </a:moveTo>
                <a:lnTo>
                  <a:pt x="666975" y="51828"/>
                </a:lnTo>
                <a:lnTo>
                  <a:pt x="676275" y="57276"/>
                </a:lnTo>
                <a:lnTo>
                  <a:pt x="676401" y="46354"/>
                </a:lnTo>
                <a:close/>
              </a:path>
              <a:path w="692150" h="103505">
                <a:moveTo>
                  <a:pt x="682821" y="46354"/>
                </a:moveTo>
                <a:lnTo>
                  <a:pt x="676401" y="46354"/>
                </a:lnTo>
                <a:lnTo>
                  <a:pt x="676275" y="57276"/>
                </a:lnTo>
                <a:lnTo>
                  <a:pt x="682747" y="57276"/>
                </a:lnTo>
                <a:lnTo>
                  <a:pt x="685771" y="55520"/>
                </a:lnTo>
                <a:lnTo>
                  <a:pt x="685926" y="55520"/>
                </a:lnTo>
                <a:lnTo>
                  <a:pt x="685926" y="48387"/>
                </a:lnTo>
                <a:lnTo>
                  <a:pt x="685410" y="47870"/>
                </a:lnTo>
                <a:lnTo>
                  <a:pt x="682821" y="46354"/>
                </a:lnTo>
                <a:close/>
              </a:path>
              <a:path w="692150" h="103505">
                <a:moveTo>
                  <a:pt x="685410" y="47870"/>
                </a:moveTo>
                <a:lnTo>
                  <a:pt x="685926" y="48387"/>
                </a:lnTo>
                <a:lnTo>
                  <a:pt x="685926" y="55520"/>
                </a:lnTo>
                <a:lnTo>
                  <a:pt x="685771" y="55520"/>
                </a:lnTo>
                <a:lnTo>
                  <a:pt x="692127" y="51828"/>
                </a:lnTo>
                <a:lnTo>
                  <a:pt x="685410" y="47870"/>
                </a:lnTo>
                <a:close/>
              </a:path>
              <a:path w="692150" h="103505">
                <a:moveTo>
                  <a:pt x="603631" y="0"/>
                </a:moveTo>
                <a:lnTo>
                  <a:pt x="599694" y="1015"/>
                </a:lnTo>
                <a:lnTo>
                  <a:pt x="597915" y="4063"/>
                </a:lnTo>
                <a:lnTo>
                  <a:pt x="596138" y="6984"/>
                </a:lnTo>
                <a:lnTo>
                  <a:pt x="597153" y="10921"/>
                </a:lnTo>
                <a:lnTo>
                  <a:pt x="666975" y="51828"/>
                </a:lnTo>
                <a:lnTo>
                  <a:pt x="676401" y="46354"/>
                </a:lnTo>
                <a:lnTo>
                  <a:pt x="682821" y="46354"/>
                </a:lnTo>
                <a:lnTo>
                  <a:pt x="603631" y="0"/>
                </a:lnTo>
                <a:close/>
              </a:path>
              <a:path w="692150" h="103505">
                <a:moveTo>
                  <a:pt x="683006" y="45465"/>
                </a:moveTo>
                <a:lnTo>
                  <a:pt x="681303" y="45465"/>
                </a:lnTo>
                <a:lnTo>
                  <a:pt x="685410" y="47870"/>
                </a:lnTo>
                <a:lnTo>
                  <a:pt x="683006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32050" y="2540507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5">
                <a:moveTo>
                  <a:pt x="590880" y="51815"/>
                </a:moveTo>
                <a:lnTo>
                  <a:pt x="587484" y="53720"/>
                </a:lnTo>
                <a:lnTo>
                  <a:pt x="520826" y="92328"/>
                </a:lnTo>
                <a:lnTo>
                  <a:pt x="519811" y="96265"/>
                </a:lnTo>
                <a:lnTo>
                  <a:pt x="523367" y="102362"/>
                </a:lnTo>
                <a:lnTo>
                  <a:pt x="527176" y="103377"/>
                </a:lnTo>
                <a:lnTo>
                  <a:pt x="606547" y="57276"/>
                </a:lnTo>
                <a:lnTo>
                  <a:pt x="600201" y="57276"/>
                </a:lnTo>
                <a:lnTo>
                  <a:pt x="590880" y="51815"/>
                </a:lnTo>
                <a:close/>
              </a:path>
              <a:path w="615950" h="103505">
                <a:moveTo>
                  <a:pt x="6350" y="43941"/>
                </a:moveTo>
                <a:lnTo>
                  <a:pt x="2920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3" y="56641"/>
                </a:lnTo>
                <a:lnTo>
                  <a:pt x="606806" y="58165"/>
                </a:lnTo>
                <a:lnTo>
                  <a:pt x="579810" y="58165"/>
                </a:lnTo>
                <a:lnTo>
                  <a:pt x="590773" y="51815"/>
                </a:lnTo>
                <a:lnTo>
                  <a:pt x="585028" y="48387"/>
                </a:lnTo>
                <a:lnTo>
                  <a:pt x="580042" y="45465"/>
                </a:lnTo>
                <a:lnTo>
                  <a:pt x="603376" y="45465"/>
                </a:lnTo>
                <a:lnTo>
                  <a:pt x="6350" y="43941"/>
                </a:lnTo>
                <a:close/>
              </a:path>
              <a:path w="615950" h="103505">
                <a:moveTo>
                  <a:pt x="609571" y="55520"/>
                </a:moveTo>
                <a:lnTo>
                  <a:pt x="605017" y="58165"/>
                </a:lnTo>
                <a:lnTo>
                  <a:pt x="606806" y="58165"/>
                </a:lnTo>
                <a:lnTo>
                  <a:pt x="609571" y="55520"/>
                </a:lnTo>
                <a:close/>
              </a:path>
              <a:path w="615950" h="103505">
                <a:moveTo>
                  <a:pt x="600201" y="46354"/>
                </a:moveTo>
                <a:lnTo>
                  <a:pt x="596693" y="48387"/>
                </a:lnTo>
                <a:lnTo>
                  <a:pt x="590880" y="51815"/>
                </a:lnTo>
                <a:lnTo>
                  <a:pt x="600201" y="57276"/>
                </a:lnTo>
                <a:lnTo>
                  <a:pt x="600201" y="46354"/>
                </a:lnTo>
                <a:close/>
              </a:path>
              <a:path w="615950" h="103505">
                <a:moveTo>
                  <a:pt x="606621" y="46354"/>
                </a:moveTo>
                <a:lnTo>
                  <a:pt x="600201" y="46354"/>
                </a:lnTo>
                <a:lnTo>
                  <a:pt x="600201" y="57276"/>
                </a:lnTo>
                <a:lnTo>
                  <a:pt x="606547" y="57276"/>
                </a:lnTo>
                <a:lnTo>
                  <a:pt x="609571" y="55520"/>
                </a:lnTo>
                <a:lnTo>
                  <a:pt x="609726" y="55520"/>
                </a:lnTo>
                <a:lnTo>
                  <a:pt x="609726" y="48387"/>
                </a:lnTo>
                <a:lnTo>
                  <a:pt x="609261" y="47900"/>
                </a:lnTo>
                <a:lnTo>
                  <a:pt x="606621" y="46354"/>
                </a:lnTo>
                <a:close/>
              </a:path>
              <a:path w="615950" h="103505">
                <a:moveTo>
                  <a:pt x="609261" y="47900"/>
                </a:moveTo>
                <a:lnTo>
                  <a:pt x="609726" y="48387"/>
                </a:lnTo>
                <a:lnTo>
                  <a:pt x="609726" y="55520"/>
                </a:lnTo>
                <a:lnTo>
                  <a:pt x="609571" y="55520"/>
                </a:lnTo>
                <a:lnTo>
                  <a:pt x="615950" y="51815"/>
                </a:lnTo>
                <a:lnTo>
                  <a:pt x="609261" y="47900"/>
                </a:lnTo>
                <a:close/>
              </a:path>
              <a:path w="615950" h="103505">
                <a:moveTo>
                  <a:pt x="527431" y="0"/>
                </a:moveTo>
                <a:lnTo>
                  <a:pt x="523620" y="1015"/>
                </a:lnTo>
                <a:lnTo>
                  <a:pt x="521843" y="3937"/>
                </a:lnTo>
                <a:lnTo>
                  <a:pt x="520064" y="6984"/>
                </a:lnTo>
                <a:lnTo>
                  <a:pt x="521081" y="10921"/>
                </a:lnTo>
                <a:lnTo>
                  <a:pt x="590880" y="51815"/>
                </a:lnTo>
                <a:lnTo>
                  <a:pt x="596693" y="48387"/>
                </a:lnTo>
                <a:lnTo>
                  <a:pt x="600201" y="46354"/>
                </a:lnTo>
                <a:lnTo>
                  <a:pt x="606621" y="46354"/>
                </a:lnTo>
                <a:lnTo>
                  <a:pt x="527431" y="0"/>
                </a:lnTo>
                <a:close/>
              </a:path>
              <a:path w="615950" h="103505">
                <a:moveTo>
                  <a:pt x="606932" y="45465"/>
                </a:moveTo>
                <a:lnTo>
                  <a:pt x="605103" y="45465"/>
                </a:lnTo>
                <a:lnTo>
                  <a:pt x="609261" y="47900"/>
                </a:lnTo>
                <a:lnTo>
                  <a:pt x="6069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457911"/>
            <a:ext cx="47161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  <a:tab pos="1521460" algn="l"/>
              </a:tabLst>
            </a:pPr>
            <a:r>
              <a:rPr sz="13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BOOLEAN: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17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either</a:t>
            </a:r>
            <a:r>
              <a:rPr sz="17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T(true)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F(false).</a:t>
            </a:r>
            <a:endParaRPr sz="17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9290" y="1203706"/>
          <a:ext cx="4000500" cy="3853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5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374650" indent="-342900">
                        <a:lnSpc>
                          <a:spcPts val="1939"/>
                        </a:lnSpc>
                        <a:buClr>
                          <a:srgbClr val="90C225"/>
                        </a:buClr>
                        <a:buSzPct val="79411"/>
                        <a:buFont typeface="Arial MT"/>
                        <a:buChar char="•"/>
                        <a:tabLst>
                          <a:tab pos="374650" algn="l"/>
                          <a:tab pos="827405" algn="l"/>
                        </a:tabLst>
                      </a:pPr>
                      <a:r>
                        <a:rPr sz="1700" b="1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ex:</a:t>
                      </a:r>
                      <a:r>
                        <a:rPr sz="1700" b="1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print(bool(python))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5320">
                        <a:lnSpc>
                          <a:spcPts val="1939"/>
                        </a:lnSpc>
                      </a:pPr>
                      <a:r>
                        <a:rPr sz="17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True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7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print(bool(int(</a:t>
                      </a:r>
                      <a:r>
                        <a:rPr sz="1700" spc="-8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)))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tc>
                  <a:txBody>
                    <a:bodyPr/>
                    <a:lstStyle/>
                    <a:p>
                      <a:pPr marL="404495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False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1750"/>
                        </a:spcBef>
                        <a:tabLst>
                          <a:tab pos="2035175" algn="l"/>
                        </a:tabLst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print(bool(“</a:t>
                      </a:r>
                      <a:r>
                        <a:rPr sz="17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7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”))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tc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7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True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74803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print(bool(0.0))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0979" marB="0"/>
                </a:tc>
                <a:tc>
                  <a:txBody>
                    <a:bodyPr/>
                    <a:lstStyle/>
                    <a:p>
                      <a:pPr marL="220345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False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0979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682625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print(bool(2+3))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7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True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225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682625">
                        <a:lnSpc>
                          <a:spcPts val="1980"/>
                        </a:lnSpc>
                        <a:spcBef>
                          <a:spcPts val="1745"/>
                        </a:spcBef>
                      </a:pPr>
                      <a:r>
                        <a:rPr sz="17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print(bool(“0”))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1615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1980"/>
                        </a:lnSpc>
                        <a:spcBef>
                          <a:spcPts val="1745"/>
                        </a:spcBef>
                      </a:pPr>
                      <a:r>
                        <a:rPr sz="17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True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2216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041650" y="13211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14627" y="51911"/>
                </a:move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6" y="102362"/>
                </a:lnTo>
                <a:lnTo>
                  <a:pt x="450976" y="103505"/>
                </a:lnTo>
                <a:lnTo>
                  <a:pt x="530543" y="57404"/>
                </a:lnTo>
                <a:lnTo>
                  <a:pt x="524001" y="57404"/>
                </a:lnTo>
                <a:lnTo>
                  <a:pt x="514627" y="51911"/>
                </a:lnTo>
                <a:close/>
              </a:path>
              <a:path w="5397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627" y="51911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5">
                <a:moveTo>
                  <a:pt x="533058" y="55946"/>
                </a:moveTo>
                <a:lnTo>
                  <a:pt x="529009" y="58293"/>
                </a:lnTo>
                <a:lnTo>
                  <a:pt x="530605" y="58293"/>
                </a:lnTo>
                <a:lnTo>
                  <a:pt x="533058" y="55946"/>
                </a:lnTo>
                <a:close/>
              </a:path>
              <a:path w="539750" h="103505">
                <a:moveTo>
                  <a:pt x="524001" y="46482"/>
                </a:moveTo>
                <a:lnTo>
                  <a:pt x="514627" y="51911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5">
                <a:moveTo>
                  <a:pt x="530253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543" y="57404"/>
                </a:lnTo>
                <a:lnTo>
                  <a:pt x="533058" y="55946"/>
                </a:lnTo>
                <a:lnTo>
                  <a:pt x="533526" y="55499"/>
                </a:lnTo>
                <a:lnTo>
                  <a:pt x="533526" y="48514"/>
                </a:lnTo>
                <a:lnTo>
                  <a:pt x="533295" y="48272"/>
                </a:lnTo>
                <a:lnTo>
                  <a:pt x="530253" y="46482"/>
                </a:lnTo>
                <a:close/>
              </a:path>
              <a:path w="539750" h="103505">
                <a:moveTo>
                  <a:pt x="533295" y="48272"/>
                </a:moveTo>
                <a:lnTo>
                  <a:pt x="533526" y="48514"/>
                </a:lnTo>
                <a:lnTo>
                  <a:pt x="533526" y="55499"/>
                </a:lnTo>
                <a:lnTo>
                  <a:pt x="533058" y="55946"/>
                </a:lnTo>
                <a:lnTo>
                  <a:pt x="539750" y="52070"/>
                </a:lnTo>
                <a:lnTo>
                  <a:pt x="533295" y="48272"/>
                </a:lnTo>
                <a:close/>
              </a:path>
              <a:path w="539750" h="103505">
                <a:moveTo>
                  <a:pt x="451358" y="0"/>
                </a:moveTo>
                <a:lnTo>
                  <a:pt x="447421" y="1016"/>
                </a:lnTo>
                <a:lnTo>
                  <a:pt x="443864" y="7112"/>
                </a:lnTo>
                <a:lnTo>
                  <a:pt x="444880" y="11049"/>
                </a:lnTo>
                <a:lnTo>
                  <a:pt x="514627" y="51911"/>
                </a:lnTo>
                <a:lnTo>
                  <a:pt x="524001" y="46482"/>
                </a:lnTo>
                <a:lnTo>
                  <a:pt x="530253" y="46482"/>
                </a:lnTo>
                <a:lnTo>
                  <a:pt x="454278" y="1778"/>
                </a:lnTo>
                <a:lnTo>
                  <a:pt x="451358" y="0"/>
                </a:lnTo>
                <a:close/>
              </a:path>
              <a:path w="539750" h="103505">
                <a:moveTo>
                  <a:pt x="530733" y="45593"/>
                </a:moveTo>
                <a:lnTo>
                  <a:pt x="528742" y="45593"/>
                </a:lnTo>
                <a:lnTo>
                  <a:pt x="533295" y="48272"/>
                </a:lnTo>
                <a:lnTo>
                  <a:pt x="5307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6850" y="20069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5">
                <a:moveTo>
                  <a:pt x="457195" y="55624"/>
                </a:moveTo>
                <a:lnTo>
                  <a:pt x="452590" y="58293"/>
                </a:lnTo>
                <a:lnTo>
                  <a:pt x="454406" y="58293"/>
                </a:lnTo>
                <a:lnTo>
                  <a:pt x="457195" y="55624"/>
                </a:lnTo>
                <a:close/>
              </a:path>
              <a:path w="463550" h="103505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5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5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4450" y="27673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84450" y="34547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4">
                <a:moveTo>
                  <a:pt x="457195" y="55624"/>
                </a:moveTo>
                <a:lnTo>
                  <a:pt x="452590" y="58293"/>
                </a:lnTo>
                <a:lnTo>
                  <a:pt x="454406" y="58293"/>
                </a:lnTo>
                <a:lnTo>
                  <a:pt x="457195" y="55624"/>
                </a:lnTo>
                <a:close/>
              </a:path>
              <a:path w="463550" h="103504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4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4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84450" y="4215510"/>
            <a:ext cx="387350" cy="103505"/>
          </a:xfrm>
          <a:custGeom>
            <a:avLst/>
            <a:gdLst/>
            <a:ahLst/>
            <a:cxnLst/>
            <a:rect l="l" t="t" r="r" b="b"/>
            <a:pathLst>
              <a:path w="387350" h="103504">
                <a:moveTo>
                  <a:pt x="362240" y="51688"/>
                </a:moveTo>
                <a:lnTo>
                  <a:pt x="292354" y="92456"/>
                </a:lnTo>
                <a:lnTo>
                  <a:pt x="291338" y="96265"/>
                </a:lnTo>
                <a:lnTo>
                  <a:pt x="294894" y="102362"/>
                </a:lnTo>
                <a:lnTo>
                  <a:pt x="298704" y="103377"/>
                </a:lnTo>
                <a:lnTo>
                  <a:pt x="377984" y="57150"/>
                </a:lnTo>
                <a:lnTo>
                  <a:pt x="371601" y="57150"/>
                </a:lnTo>
                <a:lnTo>
                  <a:pt x="362240" y="51688"/>
                </a:lnTo>
                <a:close/>
              </a:path>
              <a:path w="387350" h="103504">
                <a:moveTo>
                  <a:pt x="351354" y="45338"/>
                </a:moveTo>
                <a:lnTo>
                  <a:pt x="2793" y="45338"/>
                </a:lnTo>
                <a:lnTo>
                  <a:pt x="0" y="48132"/>
                </a:lnTo>
                <a:lnTo>
                  <a:pt x="0" y="55419"/>
                </a:lnTo>
                <a:lnTo>
                  <a:pt x="174" y="55419"/>
                </a:lnTo>
                <a:lnTo>
                  <a:pt x="2793" y="58038"/>
                </a:lnTo>
                <a:lnTo>
                  <a:pt x="351354" y="58038"/>
                </a:lnTo>
                <a:lnTo>
                  <a:pt x="362240" y="51688"/>
                </a:lnTo>
                <a:lnTo>
                  <a:pt x="351354" y="45338"/>
                </a:lnTo>
                <a:close/>
              </a:path>
              <a:path w="387350" h="103504">
                <a:moveTo>
                  <a:pt x="380952" y="55419"/>
                </a:moveTo>
                <a:lnTo>
                  <a:pt x="376459" y="58038"/>
                </a:lnTo>
                <a:lnTo>
                  <a:pt x="378332" y="58038"/>
                </a:lnTo>
                <a:lnTo>
                  <a:pt x="380952" y="55419"/>
                </a:lnTo>
                <a:close/>
              </a:path>
              <a:path w="387350" h="103504">
                <a:moveTo>
                  <a:pt x="371601" y="46227"/>
                </a:moveTo>
                <a:lnTo>
                  <a:pt x="362240" y="51688"/>
                </a:lnTo>
                <a:lnTo>
                  <a:pt x="371601" y="57150"/>
                </a:lnTo>
                <a:lnTo>
                  <a:pt x="371601" y="46227"/>
                </a:lnTo>
                <a:close/>
              </a:path>
              <a:path w="387350" h="103504">
                <a:moveTo>
                  <a:pt x="377984" y="46227"/>
                </a:moveTo>
                <a:lnTo>
                  <a:pt x="371601" y="46227"/>
                </a:lnTo>
                <a:lnTo>
                  <a:pt x="371601" y="57150"/>
                </a:lnTo>
                <a:lnTo>
                  <a:pt x="377984" y="57150"/>
                </a:lnTo>
                <a:lnTo>
                  <a:pt x="380952" y="55419"/>
                </a:lnTo>
                <a:lnTo>
                  <a:pt x="381126" y="55419"/>
                </a:lnTo>
                <a:lnTo>
                  <a:pt x="381126" y="48132"/>
                </a:lnTo>
                <a:lnTo>
                  <a:pt x="377984" y="46227"/>
                </a:lnTo>
                <a:close/>
              </a:path>
              <a:path w="387350" h="103504">
                <a:moveTo>
                  <a:pt x="381251" y="48132"/>
                </a:moveTo>
                <a:lnTo>
                  <a:pt x="381126" y="55419"/>
                </a:lnTo>
                <a:lnTo>
                  <a:pt x="380952" y="55419"/>
                </a:lnTo>
                <a:lnTo>
                  <a:pt x="387350" y="51688"/>
                </a:lnTo>
                <a:lnTo>
                  <a:pt x="381251" y="48132"/>
                </a:lnTo>
                <a:close/>
              </a:path>
              <a:path w="387350" h="103504">
                <a:moveTo>
                  <a:pt x="298704" y="0"/>
                </a:moveTo>
                <a:lnTo>
                  <a:pt x="294894" y="1015"/>
                </a:lnTo>
                <a:lnTo>
                  <a:pt x="291338" y="7112"/>
                </a:lnTo>
                <a:lnTo>
                  <a:pt x="292354" y="10921"/>
                </a:lnTo>
                <a:lnTo>
                  <a:pt x="362240" y="51688"/>
                </a:lnTo>
                <a:lnTo>
                  <a:pt x="371601" y="46227"/>
                </a:lnTo>
                <a:lnTo>
                  <a:pt x="377984" y="46227"/>
                </a:lnTo>
                <a:lnTo>
                  <a:pt x="298704" y="0"/>
                </a:lnTo>
                <a:close/>
              </a:path>
              <a:path w="387350" h="103504">
                <a:moveTo>
                  <a:pt x="378332" y="45338"/>
                </a:moveTo>
                <a:lnTo>
                  <a:pt x="376459" y="45338"/>
                </a:lnTo>
                <a:lnTo>
                  <a:pt x="381251" y="48132"/>
                </a:lnTo>
                <a:lnTo>
                  <a:pt x="379221" y="46227"/>
                </a:lnTo>
                <a:lnTo>
                  <a:pt x="378332" y="45338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08250" y="49009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4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4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4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4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09346"/>
            <a:ext cx="6950709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5080" indent="-342900">
              <a:lnSpc>
                <a:spcPts val="1939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COMPLEX:</a:t>
            </a:r>
            <a:r>
              <a:rPr sz="1800" b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</a:rPr>
              <a:t>converting</a:t>
            </a:r>
            <a:r>
              <a:rPr sz="1800" spc="-3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any</a:t>
            </a:r>
            <a:r>
              <a:rPr sz="1800" spc="-3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valid</a:t>
            </a:r>
            <a:r>
              <a:rPr sz="1800" spc="-5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datatype</a:t>
            </a:r>
            <a:r>
              <a:rPr sz="1800" spc="-4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into</a:t>
            </a:r>
            <a:r>
              <a:rPr sz="1800" spc="-55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complex</a:t>
            </a:r>
            <a:r>
              <a:rPr sz="1800" spc="-55" dirty="0">
                <a:solidFill>
                  <a:srgbClr val="404040"/>
                </a:solidFill>
              </a:rPr>
              <a:t> </a:t>
            </a:r>
            <a:r>
              <a:rPr sz="1800" spc="-10" dirty="0">
                <a:solidFill>
                  <a:srgbClr val="404040"/>
                </a:solidFill>
              </a:rPr>
              <a:t>datatype </a:t>
            </a:r>
            <a:r>
              <a:rPr sz="1800" dirty="0">
                <a:solidFill>
                  <a:srgbClr val="404040"/>
                </a:solidFill>
              </a:rPr>
              <a:t>function:</a:t>
            </a:r>
            <a:r>
              <a:rPr sz="1800" spc="-6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complex(variable</a:t>
            </a:r>
            <a:r>
              <a:rPr sz="1800" spc="-55" dirty="0">
                <a:solidFill>
                  <a:srgbClr val="404040"/>
                </a:solidFill>
              </a:rPr>
              <a:t> </a:t>
            </a:r>
            <a:r>
              <a:rPr sz="1800" spc="-10" dirty="0">
                <a:solidFill>
                  <a:srgbClr val="404040"/>
                </a:solidFill>
              </a:rPr>
              <a:t>name</a:t>
            </a:r>
            <a:r>
              <a:rPr sz="1700" spc="-10" dirty="0">
                <a:solidFill>
                  <a:srgbClr val="404040"/>
                </a:solidFill>
              </a:rPr>
              <a:t>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31138"/>
            <a:ext cx="8312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3+3j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19" y="3031363"/>
            <a:ext cx="2164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print(complex(True))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8140" y="3031363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1+0j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4519" y="3778377"/>
            <a:ext cx="2660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print(complex(“python”))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2110" y="3778377"/>
            <a:ext cx="537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519" y="4526660"/>
            <a:ext cx="219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print(complex(“12”))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64624" y="4526660"/>
            <a:ext cx="59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12+0j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4519" y="5275326"/>
            <a:ext cx="3267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print(complex(bool(“python”)))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3397" y="5275326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1+0j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4519" y="6022035"/>
            <a:ext cx="2160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print(complex(10.5))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28329" y="6022035"/>
            <a:ext cx="794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10.5+0j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62698" y="1517650"/>
            <a:ext cx="103505" cy="387350"/>
          </a:xfrm>
          <a:custGeom>
            <a:avLst/>
            <a:gdLst/>
            <a:ahLst/>
            <a:cxnLst/>
            <a:rect l="l" t="t" r="r" b="b"/>
            <a:pathLst>
              <a:path w="103505" h="387350">
                <a:moveTo>
                  <a:pt x="45351" y="351305"/>
                </a:moveTo>
                <a:lnTo>
                  <a:pt x="45353" y="376465"/>
                </a:lnTo>
                <a:lnTo>
                  <a:pt x="51701" y="387350"/>
                </a:lnTo>
                <a:lnTo>
                  <a:pt x="58051" y="376465"/>
                </a:lnTo>
                <a:lnTo>
                  <a:pt x="58051" y="371601"/>
                </a:lnTo>
                <a:lnTo>
                  <a:pt x="46215" y="371601"/>
                </a:lnTo>
                <a:lnTo>
                  <a:pt x="51701" y="362194"/>
                </a:lnTo>
                <a:lnTo>
                  <a:pt x="45351" y="351305"/>
                </a:lnTo>
                <a:close/>
              </a:path>
              <a:path w="103505" h="387350">
                <a:moveTo>
                  <a:pt x="45353" y="376465"/>
                </a:moveTo>
                <a:lnTo>
                  <a:pt x="45351" y="378333"/>
                </a:lnTo>
                <a:lnTo>
                  <a:pt x="47905" y="380841"/>
                </a:lnTo>
                <a:lnTo>
                  <a:pt x="45353" y="376465"/>
                </a:lnTo>
                <a:close/>
              </a:path>
              <a:path w="103505" h="387350">
                <a:moveTo>
                  <a:pt x="58051" y="376465"/>
                </a:moveTo>
                <a:lnTo>
                  <a:pt x="55498" y="380841"/>
                </a:lnTo>
                <a:lnTo>
                  <a:pt x="58051" y="378333"/>
                </a:lnTo>
                <a:lnTo>
                  <a:pt x="58051" y="376465"/>
                </a:lnTo>
                <a:close/>
              </a:path>
              <a:path w="103505" h="387350">
                <a:moveTo>
                  <a:pt x="7086" y="291338"/>
                </a:moveTo>
                <a:lnTo>
                  <a:pt x="1028" y="294894"/>
                </a:lnTo>
                <a:lnTo>
                  <a:pt x="0" y="298703"/>
                </a:lnTo>
                <a:lnTo>
                  <a:pt x="45353" y="376465"/>
                </a:lnTo>
                <a:lnTo>
                  <a:pt x="45351" y="351305"/>
                </a:lnTo>
                <a:lnTo>
                  <a:pt x="10972" y="292353"/>
                </a:lnTo>
                <a:lnTo>
                  <a:pt x="7086" y="291338"/>
                </a:lnTo>
                <a:close/>
              </a:path>
              <a:path w="103505" h="387350">
                <a:moveTo>
                  <a:pt x="96316" y="291338"/>
                </a:moveTo>
                <a:lnTo>
                  <a:pt x="92430" y="292353"/>
                </a:lnTo>
                <a:lnTo>
                  <a:pt x="58051" y="351305"/>
                </a:lnTo>
                <a:lnTo>
                  <a:pt x="58051" y="376465"/>
                </a:lnTo>
                <a:lnTo>
                  <a:pt x="103403" y="298703"/>
                </a:lnTo>
                <a:lnTo>
                  <a:pt x="102374" y="294894"/>
                </a:lnTo>
                <a:lnTo>
                  <a:pt x="96316" y="291338"/>
                </a:lnTo>
                <a:close/>
              </a:path>
              <a:path w="103505" h="387350">
                <a:moveTo>
                  <a:pt x="51701" y="362194"/>
                </a:moveTo>
                <a:lnTo>
                  <a:pt x="46215" y="371601"/>
                </a:lnTo>
                <a:lnTo>
                  <a:pt x="57188" y="371601"/>
                </a:lnTo>
                <a:lnTo>
                  <a:pt x="51701" y="362194"/>
                </a:lnTo>
                <a:close/>
              </a:path>
              <a:path w="103505" h="387350">
                <a:moveTo>
                  <a:pt x="58051" y="351305"/>
                </a:moveTo>
                <a:lnTo>
                  <a:pt x="51701" y="362194"/>
                </a:lnTo>
                <a:lnTo>
                  <a:pt x="57188" y="371601"/>
                </a:lnTo>
                <a:lnTo>
                  <a:pt x="58051" y="371601"/>
                </a:lnTo>
                <a:lnTo>
                  <a:pt x="58051" y="351305"/>
                </a:lnTo>
                <a:close/>
              </a:path>
              <a:path w="103505" h="387350">
                <a:moveTo>
                  <a:pt x="46939" y="191734"/>
                </a:moveTo>
                <a:lnTo>
                  <a:pt x="45351" y="193294"/>
                </a:lnTo>
                <a:lnTo>
                  <a:pt x="45351" y="351305"/>
                </a:lnTo>
                <a:lnTo>
                  <a:pt x="51701" y="362194"/>
                </a:lnTo>
                <a:lnTo>
                  <a:pt x="58051" y="351305"/>
                </a:lnTo>
                <a:lnTo>
                  <a:pt x="58051" y="203200"/>
                </a:lnTo>
                <a:lnTo>
                  <a:pt x="51701" y="203200"/>
                </a:lnTo>
                <a:lnTo>
                  <a:pt x="58051" y="196850"/>
                </a:lnTo>
                <a:lnTo>
                  <a:pt x="46939" y="196850"/>
                </a:lnTo>
                <a:lnTo>
                  <a:pt x="46939" y="191734"/>
                </a:lnTo>
                <a:close/>
              </a:path>
              <a:path w="103505" h="387350">
                <a:moveTo>
                  <a:pt x="58051" y="196850"/>
                </a:moveTo>
                <a:lnTo>
                  <a:pt x="51701" y="203200"/>
                </a:lnTo>
                <a:lnTo>
                  <a:pt x="56794" y="203200"/>
                </a:lnTo>
                <a:lnTo>
                  <a:pt x="58051" y="201965"/>
                </a:lnTo>
                <a:lnTo>
                  <a:pt x="58051" y="196850"/>
                </a:lnTo>
                <a:close/>
              </a:path>
              <a:path w="103505" h="387350">
                <a:moveTo>
                  <a:pt x="58051" y="201965"/>
                </a:moveTo>
                <a:lnTo>
                  <a:pt x="56794" y="203200"/>
                </a:lnTo>
                <a:lnTo>
                  <a:pt x="58051" y="203200"/>
                </a:lnTo>
                <a:lnTo>
                  <a:pt x="58051" y="201965"/>
                </a:lnTo>
                <a:close/>
              </a:path>
              <a:path w="103505" h="387350">
                <a:moveTo>
                  <a:pt x="59639" y="190500"/>
                </a:moveTo>
                <a:lnTo>
                  <a:pt x="53289" y="190500"/>
                </a:lnTo>
                <a:lnTo>
                  <a:pt x="46939" y="196850"/>
                </a:lnTo>
                <a:lnTo>
                  <a:pt x="58051" y="196850"/>
                </a:lnTo>
                <a:lnTo>
                  <a:pt x="58051" y="201965"/>
                </a:lnTo>
                <a:lnTo>
                  <a:pt x="59639" y="200405"/>
                </a:lnTo>
                <a:lnTo>
                  <a:pt x="59639" y="190500"/>
                </a:lnTo>
                <a:close/>
              </a:path>
              <a:path w="103505" h="387350">
                <a:moveTo>
                  <a:pt x="53289" y="190500"/>
                </a:moveTo>
                <a:lnTo>
                  <a:pt x="48196" y="190500"/>
                </a:lnTo>
                <a:lnTo>
                  <a:pt x="46939" y="191734"/>
                </a:lnTo>
                <a:lnTo>
                  <a:pt x="46939" y="196850"/>
                </a:lnTo>
                <a:lnTo>
                  <a:pt x="53289" y="190500"/>
                </a:lnTo>
                <a:close/>
              </a:path>
              <a:path w="103505" h="387350">
                <a:moveTo>
                  <a:pt x="56794" y="0"/>
                </a:moveTo>
                <a:lnTo>
                  <a:pt x="49784" y="0"/>
                </a:lnTo>
                <a:lnTo>
                  <a:pt x="46939" y="2794"/>
                </a:lnTo>
                <a:lnTo>
                  <a:pt x="46939" y="191734"/>
                </a:lnTo>
                <a:lnTo>
                  <a:pt x="48196" y="190500"/>
                </a:lnTo>
                <a:lnTo>
                  <a:pt x="59639" y="190500"/>
                </a:lnTo>
                <a:lnTo>
                  <a:pt x="59639" y="2794"/>
                </a:lnTo>
                <a:lnTo>
                  <a:pt x="56794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89050" y="1330833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24001" y="46481"/>
                </a:moveTo>
                <a:lnTo>
                  <a:pt x="444626" y="92455"/>
                </a:lnTo>
                <a:lnTo>
                  <a:pt x="443611" y="96265"/>
                </a:lnTo>
                <a:lnTo>
                  <a:pt x="447167" y="102362"/>
                </a:lnTo>
                <a:lnTo>
                  <a:pt x="450976" y="103377"/>
                </a:lnTo>
                <a:lnTo>
                  <a:pt x="530324" y="57403"/>
                </a:lnTo>
                <a:lnTo>
                  <a:pt x="524001" y="57403"/>
                </a:lnTo>
                <a:lnTo>
                  <a:pt x="514706" y="51942"/>
                </a:lnTo>
                <a:lnTo>
                  <a:pt x="524001" y="51942"/>
                </a:lnTo>
                <a:lnTo>
                  <a:pt x="524001" y="46481"/>
                </a:lnTo>
                <a:close/>
              </a:path>
              <a:path w="539750" h="103505">
                <a:moveTo>
                  <a:pt x="6350" y="44068"/>
                </a:moveTo>
                <a:lnTo>
                  <a:pt x="2921" y="44068"/>
                </a:lnTo>
                <a:lnTo>
                  <a:pt x="0" y="46862"/>
                </a:lnTo>
                <a:lnTo>
                  <a:pt x="0" y="53847"/>
                </a:lnTo>
                <a:lnTo>
                  <a:pt x="2793" y="56768"/>
                </a:lnTo>
                <a:lnTo>
                  <a:pt x="530606" y="58292"/>
                </a:lnTo>
                <a:lnTo>
                  <a:pt x="503610" y="58292"/>
                </a:lnTo>
                <a:lnTo>
                  <a:pt x="514573" y="51942"/>
                </a:lnTo>
                <a:lnTo>
                  <a:pt x="514706" y="51942"/>
                </a:lnTo>
                <a:lnTo>
                  <a:pt x="503897" y="45592"/>
                </a:lnTo>
                <a:lnTo>
                  <a:pt x="527177" y="45592"/>
                </a:lnTo>
                <a:lnTo>
                  <a:pt x="6350" y="44068"/>
                </a:lnTo>
                <a:close/>
              </a:path>
              <a:path w="539750" h="103505">
                <a:moveTo>
                  <a:pt x="533395" y="55624"/>
                </a:moveTo>
                <a:lnTo>
                  <a:pt x="528790" y="58292"/>
                </a:lnTo>
                <a:lnTo>
                  <a:pt x="530606" y="58292"/>
                </a:lnTo>
                <a:lnTo>
                  <a:pt x="533395" y="55624"/>
                </a:lnTo>
                <a:close/>
              </a:path>
              <a:path w="539750" h="103505">
                <a:moveTo>
                  <a:pt x="524001" y="51942"/>
                </a:moveTo>
                <a:lnTo>
                  <a:pt x="514706" y="51942"/>
                </a:lnTo>
                <a:lnTo>
                  <a:pt x="524001" y="57403"/>
                </a:lnTo>
                <a:lnTo>
                  <a:pt x="524001" y="51942"/>
                </a:lnTo>
                <a:close/>
              </a:path>
              <a:path w="539750" h="103505">
                <a:moveTo>
                  <a:pt x="530445" y="46481"/>
                </a:moveTo>
                <a:lnTo>
                  <a:pt x="524001" y="46481"/>
                </a:lnTo>
                <a:lnTo>
                  <a:pt x="524001" y="57403"/>
                </a:lnTo>
                <a:lnTo>
                  <a:pt x="530324" y="57403"/>
                </a:lnTo>
                <a:lnTo>
                  <a:pt x="533395" y="55624"/>
                </a:lnTo>
                <a:lnTo>
                  <a:pt x="533526" y="55624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445" y="46481"/>
                </a:lnTo>
                <a:close/>
              </a:path>
              <a:path w="539750" h="103505">
                <a:moveTo>
                  <a:pt x="533293" y="48153"/>
                </a:moveTo>
                <a:lnTo>
                  <a:pt x="533526" y="48387"/>
                </a:lnTo>
                <a:lnTo>
                  <a:pt x="533526" y="55624"/>
                </a:lnTo>
                <a:lnTo>
                  <a:pt x="533395" y="55624"/>
                </a:lnTo>
                <a:lnTo>
                  <a:pt x="539750" y="51942"/>
                </a:lnTo>
                <a:lnTo>
                  <a:pt x="533293" y="48153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5"/>
                </a:lnTo>
                <a:lnTo>
                  <a:pt x="443864" y="7112"/>
                </a:lnTo>
                <a:lnTo>
                  <a:pt x="444881" y="10921"/>
                </a:lnTo>
                <a:lnTo>
                  <a:pt x="514706" y="51942"/>
                </a:lnTo>
                <a:lnTo>
                  <a:pt x="514573" y="51942"/>
                </a:lnTo>
                <a:lnTo>
                  <a:pt x="524001" y="46481"/>
                </a:lnTo>
                <a:lnTo>
                  <a:pt x="530445" y="46481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5">
                <a:moveTo>
                  <a:pt x="530732" y="45592"/>
                </a:moveTo>
                <a:lnTo>
                  <a:pt x="528930" y="45592"/>
                </a:lnTo>
                <a:lnTo>
                  <a:pt x="533293" y="48153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28800" y="1204722"/>
            <a:ext cx="2133600" cy="4572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Imaginary</a:t>
            </a:r>
            <a:r>
              <a:rPr sz="18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part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600" y="1905000"/>
            <a:ext cx="1524000" cy="5334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969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Real</a:t>
            </a:r>
            <a:r>
              <a:rPr sz="18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part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55850" y="30737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5">
                <a:moveTo>
                  <a:pt x="533371" y="55647"/>
                </a:moveTo>
                <a:lnTo>
                  <a:pt x="528817" y="58293"/>
                </a:lnTo>
                <a:lnTo>
                  <a:pt x="530606" y="58293"/>
                </a:lnTo>
                <a:lnTo>
                  <a:pt x="533371" y="55647"/>
                </a:lnTo>
                <a:close/>
              </a:path>
              <a:path w="539750" h="103505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5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5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5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36850" y="38357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5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6" y="45593"/>
                </a:lnTo>
                <a:lnTo>
                  <a:pt x="6350" y="44069"/>
                </a:lnTo>
                <a:close/>
              </a:path>
              <a:path w="539750" h="103504">
                <a:moveTo>
                  <a:pt x="533371" y="55647"/>
                </a:moveTo>
                <a:lnTo>
                  <a:pt x="528817" y="58293"/>
                </a:lnTo>
                <a:lnTo>
                  <a:pt x="530605" y="58293"/>
                </a:lnTo>
                <a:lnTo>
                  <a:pt x="533371" y="55647"/>
                </a:lnTo>
                <a:close/>
              </a:path>
              <a:path w="539750" h="103504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4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4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3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32050" y="45977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5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6" y="45593"/>
                </a:lnTo>
                <a:lnTo>
                  <a:pt x="6350" y="44069"/>
                </a:lnTo>
                <a:close/>
              </a:path>
              <a:path w="539750" h="103504">
                <a:moveTo>
                  <a:pt x="533371" y="55647"/>
                </a:moveTo>
                <a:lnTo>
                  <a:pt x="528817" y="58293"/>
                </a:lnTo>
                <a:lnTo>
                  <a:pt x="530606" y="58293"/>
                </a:lnTo>
                <a:lnTo>
                  <a:pt x="533371" y="55647"/>
                </a:lnTo>
                <a:close/>
              </a:path>
              <a:path w="539750" h="103504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4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4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94050" y="5358129"/>
            <a:ext cx="387350" cy="103505"/>
          </a:xfrm>
          <a:custGeom>
            <a:avLst/>
            <a:gdLst/>
            <a:ahLst/>
            <a:cxnLst/>
            <a:rect l="l" t="t" r="r" b="b"/>
            <a:pathLst>
              <a:path w="387350" h="103504">
                <a:moveTo>
                  <a:pt x="371601" y="46482"/>
                </a:moveTo>
                <a:lnTo>
                  <a:pt x="292226" y="92456"/>
                </a:lnTo>
                <a:lnTo>
                  <a:pt x="291084" y="96266"/>
                </a:lnTo>
                <a:lnTo>
                  <a:pt x="294639" y="102362"/>
                </a:lnTo>
                <a:lnTo>
                  <a:pt x="298576" y="103378"/>
                </a:lnTo>
                <a:lnTo>
                  <a:pt x="377898" y="57531"/>
                </a:lnTo>
                <a:lnTo>
                  <a:pt x="371601" y="57531"/>
                </a:lnTo>
                <a:lnTo>
                  <a:pt x="362335" y="52070"/>
                </a:lnTo>
                <a:lnTo>
                  <a:pt x="371601" y="52070"/>
                </a:lnTo>
                <a:lnTo>
                  <a:pt x="371601" y="46482"/>
                </a:lnTo>
                <a:close/>
              </a:path>
              <a:path w="387350" h="103504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374776" y="58420"/>
                </a:lnTo>
                <a:lnTo>
                  <a:pt x="350990" y="58420"/>
                </a:lnTo>
                <a:lnTo>
                  <a:pt x="361954" y="52070"/>
                </a:lnTo>
                <a:lnTo>
                  <a:pt x="362335" y="52070"/>
                </a:lnTo>
                <a:lnTo>
                  <a:pt x="351560" y="45720"/>
                </a:lnTo>
                <a:lnTo>
                  <a:pt x="374776" y="45720"/>
                </a:lnTo>
                <a:lnTo>
                  <a:pt x="6350" y="44069"/>
                </a:lnTo>
                <a:close/>
              </a:path>
              <a:path w="387350" h="103504">
                <a:moveTo>
                  <a:pt x="381083" y="55665"/>
                </a:moveTo>
                <a:lnTo>
                  <a:pt x="379217" y="56769"/>
                </a:lnTo>
                <a:lnTo>
                  <a:pt x="376359" y="58420"/>
                </a:lnTo>
                <a:lnTo>
                  <a:pt x="378205" y="58420"/>
                </a:lnTo>
                <a:lnTo>
                  <a:pt x="381083" y="55665"/>
                </a:lnTo>
                <a:close/>
              </a:path>
              <a:path w="387350" h="103504">
                <a:moveTo>
                  <a:pt x="371601" y="52070"/>
                </a:moveTo>
                <a:lnTo>
                  <a:pt x="362335" y="52070"/>
                </a:lnTo>
                <a:lnTo>
                  <a:pt x="371601" y="57531"/>
                </a:lnTo>
                <a:lnTo>
                  <a:pt x="371601" y="52070"/>
                </a:lnTo>
                <a:close/>
              </a:path>
              <a:path w="387350" h="103504">
                <a:moveTo>
                  <a:pt x="377867" y="46482"/>
                </a:moveTo>
                <a:lnTo>
                  <a:pt x="371601" y="46482"/>
                </a:lnTo>
                <a:lnTo>
                  <a:pt x="371601" y="57531"/>
                </a:lnTo>
                <a:lnTo>
                  <a:pt x="377898" y="57531"/>
                </a:lnTo>
                <a:lnTo>
                  <a:pt x="381126" y="55665"/>
                </a:lnTo>
                <a:lnTo>
                  <a:pt x="381126" y="48514"/>
                </a:lnTo>
                <a:lnTo>
                  <a:pt x="380856" y="48243"/>
                </a:lnTo>
                <a:lnTo>
                  <a:pt x="377867" y="46482"/>
                </a:lnTo>
                <a:close/>
              </a:path>
              <a:path w="387350" h="103504">
                <a:moveTo>
                  <a:pt x="380856" y="48243"/>
                </a:moveTo>
                <a:lnTo>
                  <a:pt x="381126" y="48514"/>
                </a:lnTo>
                <a:lnTo>
                  <a:pt x="381126" y="55665"/>
                </a:lnTo>
                <a:lnTo>
                  <a:pt x="387350" y="52070"/>
                </a:lnTo>
                <a:lnTo>
                  <a:pt x="380856" y="48243"/>
                </a:lnTo>
                <a:close/>
              </a:path>
              <a:path w="387350" h="103504">
                <a:moveTo>
                  <a:pt x="298958" y="0"/>
                </a:moveTo>
                <a:lnTo>
                  <a:pt x="295021" y="1016"/>
                </a:lnTo>
                <a:lnTo>
                  <a:pt x="291464" y="7112"/>
                </a:lnTo>
                <a:lnTo>
                  <a:pt x="292480" y="10922"/>
                </a:lnTo>
                <a:lnTo>
                  <a:pt x="362335" y="52070"/>
                </a:lnTo>
                <a:lnTo>
                  <a:pt x="361954" y="52070"/>
                </a:lnTo>
                <a:lnTo>
                  <a:pt x="371601" y="46482"/>
                </a:lnTo>
                <a:lnTo>
                  <a:pt x="377867" y="46482"/>
                </a:lnTo>
                <a:lnTo>
                  <a:pt x="298958" y="0"/>
                </a:lnTo>
                <a:close/>
              </a:path>
              <a:path w="387350" h="103504">
                <a:moveTo>
                  <a:pt x="378333" y="45720"/>
                </a:moveTo>
                <a:lnTo>
                  <a:pt x="376574" y="45720"/>
                </a:lnTo>
                <a:lnTo>
                  <a:pt x="380856" y="48243"/>
                </a:lnTo>
                <a:lnTo>
                  <a:pt x="378333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08250" y="6120231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431"/>
                </a:moveTo>
                <a:lnTo>
                  <a:pt x="444626" y="92417"/>
                </a:lnTo>
                <a:lnTo>
                  <a:pt x="443611" y="96304"/>
                </a:lnTo>
                <a:lnTo>
                  <a:pt x="447167" y="102374"/>
                </a:lnTo>
                <a:lnTo>
                  <a:pt x="450976" y="103403"/>
                </a:lnTo>
                <a:lnTo>
                  <a:pt x="530368" y="57403"/>
                </a:lnTo>
                <a:lnTo>
                  <a:pt x="524001" y="57403"/>
                </a:lnTo>
                <a:lnTo>
                  <a:pt x="514744" y="51968"/>
                </a:lnTo>
                <a:lnTo>
                  <a:pt x="524001" y="51968"/>
                </a:lnTo>
                <a:lnTo>
                  <a:pt x="524001" y="46431"/>
                </a:lnTo>
                <a:close/>
              </a:path>
              <a:path w="539750" h="103504">
                <a:moveTo>
                  <a:pt x="6350" y="44030"/>
                </a:moveTo>
                <a:lnTo>
                  <a:pt x="2907" y="44030"/>
                </a:lnTo>
                <a:lnTo>
                  <a:pt x="0" y="46850"/>
                </a:lnTo>
                <a:lnTo>
                  <a:pt x="0" y="53873"/>
                </a:lnTo>
                <a:lnTo>
                  <a:pt x="2806" y="56730"/>
                </a:lnTo>
                <a:lnTo>
                  <a:pt x="530606" y="58292"/>
                </a:lnTo>
                <a:lnTo>
                  <a:pt x="503528" y="58292"/>
                </a:lnTo>
                <a:lnTo>
                  <a:pt x="514444" y="51968"/>
                </a:lnTo>
                <a:lnTo>
                  <a:pt x="514744" y="51968"/>
                </a:lnTo>
                <a:lnTo>
                  <a:pt x="503886" y="45592"/>
                </a:lnTo>
                <a:lnTo>
                  <a:pt x="531446" y="45592"/>
                </a:lnTo>
                <a:lnTo>
                  <a:pt x="6350" y="44030"/>
                </a:lnTo>
                <a:close/>
              </a:path>
              <a:path w="539750" h="103504">
                <a:moveTo>
                  <a:pt x="533237" y="55741"/>
                </a:moveTo>
                <a:lnTo>
                  <a:pt x="528834" y="58292"/>
                </a:lnTo>
                <a:lnTo>
                  <a:pt x="530606" y="58292"/>
                </a:lnTo>
                <a:lnTo>
                  <a:pt x="533237" y="55741"/>
                </a:lnTo>
                <a:close/>
              </a:path>
              <a:path w="539750" h="103504">
                <a:moveTo>
                  <a:pt x="524001" y="51968"/>
                </a:moveTo>
                <a:lnTo>
                  <a:pt x="514744" y="51968"/>
                </a:lnTo>
                <a:lnTo>
                  <a:pt x="524001" y="57403"/>
                </a:lnTo>
                <a:lnTo>
                  <a:pt x="524001" y="51968"/>
                </a:lnTo>
                <a:close/>
              </a:path>
              <a:path w="539750" h="103504">
                <a:moveTo>
                  <a:pt x="530320" y="46431"/>
                </a:moveTo>
                <a:lnTo>
                  <a:pt x="524001" y="46431"/>
                </a:lnTo>
                <a:lnTo>
                  <a:pt x="524001" y="57403"/>
                </a:lnTo>
                <a:lnTo>
                  <a:pt x="530368" y="57403"/>
                </a:lnTo>
                <a:lnTo>
                  <a:pt x="533237" y="55741"/>
                </a:lnTo>
                <a:lnTo>
                  <a:pt x="533410" y="55574"/>
                </a:lnTo>
                <a:lnTo>
                  <a:pt x="533526" y="48437"/>
                </a:lnTo>
                <a:lnTo>
                  <a:pt x="533240" y="48145"/>
                </a:lnTo>
                <a:lnTo>
                  <a:pt x="530320" y="46431"/>
                </a:lnTo>
                <a:close/>
              </a:path>
              <a:path w="539750" h="103504">
                <a:moveTo>
                  <a:pt x="533240" y="48145"/>
                </a:moveTo>
                <a:lnTo>
                  <a:pt x="533526" y="48437"/>
                </a:lnTo>
                <a:lnTo>
                  <a:pt x="533526" y="55574"/>
                </a:lnTo>
                <a:lnTo>
                  <a:pt x="539750" y="51968"/>
                </a:lnTo>
                <a:lnTo>
                  <a:pt x="533240" y="48145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3864" y="7061"/>
                </a:lnTo>
                <a:lnTo>
                  <a:pt x="444881" y="10947"/>
                </a:lnTo>
                <a:lnTo>
                  <a:pt x="514744" y="51968"/>
                </a:lnTo>
                <a:lnTo>
                  <a:pt x="514444" y="51968"/>
                </a:lnTo>
                <a:lnTo>
                  <a:pt x="524001" y="46431"/>
                </a:lnTo>
                <a:lnTo>
                  <a:pt x="530320" y="46431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893" y="45592"/>
                </a:lnTo>
                <a:lnTo>
                  <a:pt x="533240" y="48145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Sequential</a:t>
            </a:r>
            <a:r>
              <a:rPr b="1" spc="10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category</a:t>
            </a:r>
            <a:r>
              <a:rPr b="1" spc="11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70" dirty="0">
                <a:solidFill>
                  <a:srgbClr val="F1A399"/>
                </a:solidFill>
                <a:latin typeface="Arial"/>
                <a:cs typeface="Arial"/>
              </a:rPr>
              <a:t>data</a:t>
            </a:r>
            <a:r>
              <a:rPr b="1" spc="12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F1A399"/>
                </a:solidFill>
                <a:latin typeface="Arial"/>
                <a:cs typeface="Arial"/>
              </a:rPr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75562"/>
            <a:ext cx="7176134" cy="404304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3535">
              <a:lnSpc>
                <a:spcPct val="80000"/>
              </a:lnSpc>
              <a:spcBef>
                <a:spcPts val="509"/>
              </a:spcBef>
              <a:buFont typeface="Wingdings"/>
              <a:buChar char=""/>
              <a:tabLst>
                <a:tab pos="355600" algn="l"/>
                <a:tab pos="421005" algn="l"/>
              </a:tabLst>
            </a:pPr>
            <a:r>
              <a:rPr sz="135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STRING:</a:t>
            </a:r>
            <a:r>
              <a:rPr sz="17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class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purpose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 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store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character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either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form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multiple line(document).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written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double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Quotes.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”hello”</a:t>
            </a:r>
            <a:r>
              <a:rPr sz="1700" spc="4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,’hello’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355600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written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single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multi-line.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50" dirty="0">
                <a:solidFill>
                  <a:srgbClr val="404040"/>
                </a:solidFill>
                <a:latin typeface="Trebuchet MS"/>
                <a:cs typeface="Trebuchet MS"/>
              </a:rPr>
              <a:t>“</a:t>
            </a:r>
            <a:endParaRPr sz="1700">
              <a:latin typeface="Trebuchet MS"/>
              <a:cs typeface="Trebuchet MS"/>
            </a:endParaRPr>
          </a:p>
          <a:p>
            <a:pPr marL="468630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……..”</a:t>
            </a:r>
            <a:r>
              <a:rPr sz="17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80" dirty="0">
                <a:solidFill>
                  <a:srgbClr val="404040"/>
                </a:solidFill>
                <a:latin typeface="Trebuchet MS"/>
                <a:cs typeface="Trebuchet MS"/>
              </a:rPr>
              <a:t>’’</a:t>
            </a:r>
            <a:r>
              <a:rPr sz="17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’’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‘‘‘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  <a:tabLst>
                <a:tab pos="445134" algn="l"/>
              </a:tabLst>
            </a:pP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….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’’’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80764"/>
            <a:ext cx="5346700" cy="12293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operations: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469900" algn="l"/>
              </a:tabLst>
            </a:pPr>
            <a:r>
              <a:rPr sz="1450" b="1" spc="-25" dirty="0">
                <a:solidFill>
                  <a:srgbClr val="90C225"/>
                </a:solidFill>
                <a:latin typeface="Trebuchet MS"/>
                <a:cs typeface="Trebuchet MS"/>
              </a:rPr>
              <a:t>1)</a:t>
            </a:r>
            <a:r>
              <a:rPr sz="1450" b="1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INDEXING:</a:t>
            </a:r>
            <a:r>
              <a:rPr sz="18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accessing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data.</a:t>
            </a:r>
            <a:endParaRPr sz="1800">
              <a:latin typeface="Trebuchet MS"/>
              <a:cs typeface="Trebuchet MS"/>
            </a:endParaRPr>
          </a:p>
          <a:p>
            <a:pPr marL="1240790">
              <a:lnSpc>
                <a:spcPct val="100000"/>
              </a:lnSpc>
              <a:spcBef>
                <a:spcPts val="994"/>
              </a:spcBef>
              <a:tabLst>
                <a:tab pos="1731645" algn="l"/>
                <a:tab pos="2495550" algn="l"/>
                <a:tab pos="3327400" algn="l"/>
                <a:tab pos="3954145" algn="l"/>
                <a:tab pos="4719320" algn="l"/>
              </a:tabLst>
            </a:pP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6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4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885664"/>
            <a:ext cx="1570990" cy="163195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100"/>
              </a:spcBef>
            </a:pP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x=python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print(x[2])</a:t>
            </a:r>
            <a:endParaRPr sz="1800">
              <a:latin typeface="Trebuchet MS"/>
              <a:cs typeface="Trebuchet MS"/>
            </a:endParaRPr>
          </a:p>
          <a:p>
            <a:pPr marL="80645">
              <a:lnSpc>
                <a:spcPct val="100000"/>
              </a:lnSpc>
              <a:spcBef>
                <a:spcPts val="994"/>
              </a:spcBef>
              <a:tabLst>
                <a:tab pos="1156970" algn="l"/>
              </a:tabLst>
            </a:pP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OUTPUT: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6051" y="2012645"/>
            <a:ext cx="7023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4355" algn="l"/>
              </a:tabLst>
            </a:pP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4283" y="2012645"/>
            <a:ext cx="2881630" cy="1504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100"/>
              </a:spcBef>
              <a:tabLst>
                <a:tab pos="1181100" algn="l"/>
                <a:tab pos="1656714" algn="l"/>
              </a:tabLst>
            </a:pP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4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82867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print(x[6])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out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4020692"/>
            <a:ext cx="40659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C000"/>
                </a:solidFill>
                <a:latin typeface="Trebuchet MS"/>
                <a:cs typeface="Trebuchet MS"/>
              </a:rPr>
              <a:t>2)</a:t>
            </a:r>
            <a:r>
              <a:rPr sz="1800" spc="-30" dirty="0">
                <a:solidFill>
                  <a:srgbClr val="FFC00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SLICING:</a:t>
            </a:r>
            <a:r>
              <a:rPr sz="1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Refers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part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string.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340" y="4693920"/>
            <a:ext cx="1774825" cy="8312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  <a:tabLst>
                <a:tab pos="475615" algn="l"/>
              </a:tabLst>
            </a:pP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: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x=python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print(x[0:2])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8898" y="5098592"/>
            <a:ext cx="3824604" cy="122809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109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print(x[-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1:-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3])</a:t>
            </a:r>
            <a:endParaRPr sz="1800">
              <a:latin typeface="Trebuchet MS"/>
              <a:cs typeface="Trebuchet MS"/>
            </a:endParaRPr>
          </a:p>
          <a:p>
            <a:pPr marL="1053465" marR="5080" indent="-1041400">
              <a:lnSpc>
                <a:spcPct val="146100"/>
              </a:lnSpc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return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nothing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slicing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correct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340" y="5625795"/>
            <a:ext cx="1445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60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764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56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814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10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00600" y="1524000"/>
            <a:ext cx="533400" cy="3810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861050" y="1397508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5">
                <a:moveTo>
                  <a:pt x="590880" y="51815"/>
                </a:moveTo>
                <a:lnTo>
                  <a:pt x="587484" y="53720"/>
                </a:lnTo>
                <a:lnTo>
                  <a:pt x="520826" y="92328"/>
                </a:lnTo>
                <a:lnTo>
                  <a:pt x="519811" y="96265"/>
                </a:lnTo>
                <a:lnTo>
                  <a:pt x="523366" y="102362"/>
                </a:lnTo>
                <a:lnTo>
                  <a:pt x="527176" y="103377"/>
                </a:lnTo>
                <a:lnTo>
                  <a:pt x="606547" y="57276"/>
                </a:lnTo>
                <a:lnTo>
                  <a:pt x="600201" y="57276"/>
                </a:lnTo>
                <a:lnTo>
                  <a:pt x="590880" y="51815"/>
                </a:lnTo>
                <a:close/>
              </a:path>
              <a:path w="615950" h="103505">
                <a:moveTo>
                  <a:pt x="6350" y="43941"/>
                </a:moveTo>
                <a:lnTo>
                  <a:pt x="2921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4" y="56641"/>
                </a:lnTo>
                <a:lnTo>
                  <a:pt x="606806" y="58165"/>
                </a:lnTo>
                <a:lnTo>
                  <a:pt x="579810" y="58165"/>
                </a:lnTo>
                <a:lnTo>
                  <a:pt x="590773" y="51815"/>
                </a:lnTo>
                <a:lnTo>
                  <a:pt x="585028" y="48387"/>
                </a:lnTo>
                <a:lnTo>
                  <a:pt x="580042" y="45465"/>
                </a:lnTo>
                <a:lnTo>
                  <a:pt x="603376" y="45465"/>
                </a:lnTo>
                <a:lnTo>
                  <a:pt x="6350" y="43941"/>
                </a:lnTo>
                <a:close/>
              </a:path>
              <a:path w="615950" h="103505">
                <a:moveTo>
                  <a:pt x="609571" y="55520"/>
                </a:moveTo>
                <a:lnTo>
                  <a:pt x="605017" y="58165"/>
                </a:lnTo>
                <a:lnTo>
                  <a:pt x="606805" y="58165"/>
                </a:lnTo>
                <a:lnTo>
                  <a:pt x="609571" y="55520"/>
                </a:lnTo>
                <a:close/>
              </a:path>
              <a:path w="615950" h="103505">
                <a:moveTo>
                  <a:pt x="600201" y="46354"/>
                </a:moveTo>
                <a:lnTo>
                  <a:pt x="596693" y="48387"/>
                </a:lnTo>
                <a:lnTo>
                  <a:pt x="590880" y="51815"/>
                </a:lnTo>
                <a:lnTo>
                  <a:pt x="600201" y="57276"/>
                </a:lnTo>
                <a:lnTo>
                  <a:pt x="600201" y="46354"/>
                </a:lnTo>
                <a:close/>
              </a:path>
              <a:path w="615950" h="103505">
                <a:moveTo>
                  <a:pt x="606621" y="46354"/>
                </a:moveTo>
                <a:lnTo>
                  <a:pt x="600201" y="46354"/>
                </a:lnTo>
                <a:lnTo>
                  <a:pt x="600201" y="57276"/>
                </a:lnTo>
                <a:lnTo>
                  <a:pt x="606547" y="57276"/>
                </a:lnTo>
                <a:lnTo>
                  <a:pt x="609571" y="55520"/>
                </a:lnTo>
                <a:lnTo>
                  <a:pt x="609726" y="55520"/>
                </a:lnTo>
                <a:lnTo>
                  <a:pt x="609726" y="48387"/>
                </a:lnTo>
                <a:lnTo>
                  <a:pt x="609261" y="47900"/>
                </a:lnTo>
                <a:lnTo>
                  <a:pt x="606621" y="46354"/>
                </a:lnTo>
                <a:close/>
              </a:path>
              <a:path w="615950" h="103505">
                <a:moveTo>
                  <a:pt x="609261" y="47900"/>
                </a:moveTo>
                <a:lnTo>
                  <a:pt x="609726" y="48387"/>
                </a:lnTo>
                <a:lnTo>
                  <a:pt x="609726" y="55520"/>
                </a:lnTo>
                <a:lnTo>
                  <a:pt x="609571" y="55520"/>
                </a:lnTo>
                <a:lnTo>
                  <a:pt x="615950" y="51815"/>
                </a:lnTo>
                <a:lnTo>
                  <a:pt x="609261" y="47900"/>
                </a:lnTo>
                <a:close/>
              </a:path>
              <a:path w="615950" h="103505">
                <a:moveTo>
                  <a:pt x="527430" y="0"/>
                </a:moveTo>
                <a:lnTo>
                  <a:pt x="523621" y="1015"/>
                </a:lnTo>
                <a:lnTo>
                  <a:pt x="521842" y="3937"/>
                </a:lnTo>
                <a:lnTo>
                  <a:pt x="520064" y="6984"/>
                </a:lnTo>
                <a:lnTo>
                  <a:pt x="521080" y="10921"/>
                </a:lnTo>
                <a:lnTo>
                  <a:pt x="590880" y="51815"/>
                </a:lnTo>
                <a:lnTo>
                  <a:pt x="596693" y="48387"/>
                </a:lnTo>
                <a:lnTo>
                  <a:pt x="600201" y="46354"/>
                </a:lnTo>
                <a:lnTo>
                  <a:pt x="606621" y="46354"/>
                </a:lnTo>
                <a:lnTo>
                  <a:pt x="527430" y="0"/>
                </a:lnTo>
                <a:close/>
              </a:path>
              <a:path w="615950" h="103505">
                <a:moveTo>
                  <a:pt x="606933" y="45465"/>
                </a:moveTo>
                <a:lnTo>
                  <a:pt x="605103" y="45465"/>
                </a:lnTo>
                <a:lnTo>
                  <a:pt x="609261" y="47900"/>
                </a:lnTo>
                <a:lnTo>
                  <a:pt x="6069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37250" y="2311907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5">
                <a:moveTo>
                  <a:pt x="667080" y="51815"/>
                </a:moveTo>
                <a:lnTo>
                  <a:pt x="663717" y="53720"/>
                </a:lnTo>
                <a:lnTo>
                  <a:pt x="600075" y="90677"/>
                </a:lnTo>
                <a:lnTo>
                  <a:pt x="597026" y="92328"/>
                </a:lnTo>
                <a:lnTo>
                  <a:pt x="596010" y="96265"/>
                </a:lnTo>
                <a:lnTo>
                  <a:pt x="599567" y="102362"/>
                </a:lnTo>
                <a:lnTo>
                  <a:pt x="603376" y="103377"/>
                </a:lnTo>
                <a:lnTo>
                  <a:pt x="682747" y="57276"/>
                </a:lnTo>
                <a:lnTo>
                  <a:pt x="676401" y="57276"/>
                </a:lnTo>
                <a:lnTo>
                  <a:pt x="667080" y="51815"/>
                </a:lnTo>
                <a:close/>
              </a:path>
              <a:path w="692150" h="103505">
                <a:moveTo>
                  <a:pt x="6350" y="43941"/>
                </a:moveTo>
                <a:lnTo>
                  <a:pt x="2794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4" y="56641"/>
                </a:lnTo>
                <a:lnTo>
                  <a:pt x="683132" y="58165"/>
                </a:lnTo>
                <a:lnTo>
                  <a:pt x="656062" y="58165"/>
                </a:lnTo>
                <a:lnTo>
                  <a:pt x="666997" y="51815"/>
                </a:lnTo>
                <a:lnTo>
                  <a:pt x="656242" y="45465"/>
                </a:lnTo>
                <a:lnTo>
                  <a:pt x="679577" y="45465"/>
                </a:lnTo>
                <a:lnTo>
                  <a:pt x="6350" y="43941"/>
                </a:lnTo>
                <a:close/>
              </a:path>
              <a:path w="692150" h="103505">
                <a:moveTo>
                  <a:pt x="685787" y="55511"/>
                </a:moveTo>
                <a:lnTo>
                  <a:pt x="681217" y="58165"/>
                </a:lnTo>
                <a:lnTo>
                  <a:pt x="683132" y="58165"/>
                </a:lnTo>
                <a:lnTo>
                  <a:pt x="685787" y="55511"/>
                </a:lnTo>
                <a:close/>
              </a:path>
              <a:path w="692150" h="103505">
                <a:moveTo>
                  <a:pt x="676401" y="46354"/>
                </a:moveTo>
                <a:lnTo>
                  <a:pt x="667080" y="51815"/>
                </a:lnTo>
                <a:lnTo>
                  <a:pt x="676401" y="57276"/>
                </a:lnTo>
                <a:lnTo>
                  <a:pt x="676401" y="46354"/>
                </a:lnTo>
                <a:close/>
              </a:path>
              <a:path w="692150" h="103505">
                <a:moveTo>
                  <a:pt x="682821" y="46354"/>
                </a:moveTo>
                <a:lnTo>
                  <a:pt x="676401" y="46354"/>
                </a:lnTo>
                <a:lnTo>
                  <a:pt x="676401" y="57276"/>
                </a:lnTo>
                <a:lnTo>
                  <a:pt x="682747" y="57276"/>
                </a:lnTo>
                <a:lnTo>
                  <a:pt x="685787" y="55511"/>
                </a:lnTo>
                <a:lnTo>
                  <a:pt x="685926" y="55511"/>
                </a:lnTo>
                <a:lnTo>
                  <a:pt x="685926" y="48387"/>
                </a:lnTo>
                <a:lnTo>
                  <a:pt x="685461" y="47900"/>
                </a:lnTo>
                <a:lnTo>
                  <a:pt x="682821" y="46354"/>
                </a:lnTo>
                <a:close/>
              </a:path>
              <a:path w="692150" h="103505">
                <a:moveTo>
                  <a:pt x="685461" y="47900"/>
                </a:moveTo>
                <a:lnTo>
                  <a:pt x="685926" y="48387"/>
                </a:lnTo>
                <a:lnTo>
                  <a:pt x="685926" y="55511"/>
                </a:lnTo>
                <a:lnTo>
                  <a:pt x="685787" y="55511"/>
                </a:lnTo>
                <a:lnTo>
                  <a:pt x="692150" y="51815"/>
                </a:lnTo>
                <a:lnTo>
                  <a:pt x="685461" y="47900"/>
                </a:lnTo>
                <a:close/>
              </a:path>
              <a:path w="692150" h="103505">
                <a:moveTo>
                  <a:pt x="603630" y="0"/>
                </a:moveTo>
                <a:lnTo>
                  <a:pt x="599821" y="1015"/>
                </a:lnTo>
                <a:lnTo>
                  <a:pt x="598043" y="4063"/>
                </a:lnTo>
                <a:lnTo>
                  <a:pt x="596265" y="6984"/>
                </a:lnTo>
                <a:lnTo>
                  <a:pt x="597280" y="10921"/>
                </a:lnTo>
                <a:lnTo>
                  <a:pt x="667080" y="51815"/>
                </a:lnTo>
                <a:lnTo>
                  <a:pt x="676401" y="46354"/>
                </a:lnTo>
                <a:lnTo>
                  <a:pt x="682821" y="46354"/>
                </a:lnTo>
                <a:lnTo>
                  <a:pt x="603630" y="0"/>
                </a:lnTo>
                <a:close/>
              </a:path>
              <a:path w="692150" h="103505">
                <a:moveTo>
                  <a:pt x="683132" y="45465"/>
                </a:moveTo>
                <a:lnTo>
                  <a:pt x="681303" y="45465"/>
                </a:lnTo>
                <a:lnTo>
                  <a:pt x="685461" y="47900"/>
                </a:lnTo>
                <a:lnTo>
                  <a:pt x="6831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772275" y="1209675"/>
            <a:ext cx="1847850" cy="552450"/>
            <a:chOff x="6772275" y="1209675"/>
            <a:chExt cx="1847850" cy="552450"/>
          </a:xfrm>
        </p:grpSpPr>
        <p:sp>
          <p:nvSpPr>
            <p:cNvPr id="19" name="object 19"/>
            <p:cNvSpPr/>
            <p:nvPr/>
          </p:nvSpPr>
          <p:spPr>
            <a:xfrm>
              <a:off x="6781800" y="12192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914400" y="0"/>
                  </a:moveTo>
                  <a:lnTo>
                    <a:pt x="842947" y="802"/>
                  </a:lnTo>
                  <a:lnTo>
                    <a:pt x="772997" y="3169"/>
                  </a:lnTo>
                  <a:lnTo>
                    <a:pt x="704754" y="7042"/>
                  </a:lnTo>
                  <a:lnTo>
                    <a:pt x="638420" y="12361"/>
                  </a:lnTo>
                  <a:lnTo>
                    <a:pt x="574199" y="19068"/>
                  </a:lnTo>
                  <a:lnTo>
                    <a:pt x="512295" y="27103"/>
                  </a:lnTo>
                  <a:lnTo>
                    <a:pt x="452910" y="36406"/>
                  </a:lnTo>
                  <a:lnTo>
                    <a:pt x="396248" y="46919"/>
                  </a:lnTo>
                  <a:lnTo>
                    <a:pt x="342513" y="58582"/>
                  </a:lnTo>
                  <a:lnTo>
                    <a:pt x="291908" y="71337"/>
                  </a:lnTo>
                  <a:lnTo>
                    <a:pt x="244636" y="85123"/>
                  </a:lnTo>
                  <a:lnTo>
                    <a:pt x="200901" y="99881"/>
                  </a:lnTo>
                  <a:lnTo>
                    <a:pt x="160906" y="115553"/>
                  </a:lnTo>
                  <a:lnTo>
                    <a:pt x="124855" y="132080"/>
                  </a:lnTo>
                  <a:lnTo>
                    <a:pt x="65396" y="167457"/>
                  </a:lnTo>
                  <a:lnTo>
                    <a:pt x="24152" y="205540"/>
                  </a:lnTo>
                  <a:lnTo>
                    <a:pt x="2751" y="245854"/>
                  </a:lnTo>
                  <a:lnTo>
                    <a:pt x="0" y="266700"/>
                  </a:lnTo>
                  <a:lnTo>
                    <a:pt x="2751" y="287545"/>
                  </a:lnTo>
                  <a:lnTo>
                    <a:pt x="24152" y="327859"/>
                  </a:lnTo>
                  <a:lnTo>
                    <a:pt x="65396" y="365942"/>
                  </a:lnTo>
                  <a:lnTo>
                    <a:pt x="124855" y="401319"/>
                  </a:lnTo>
                  <a:lnTo>
                    <a:pt x="160906" y="417846"/>
                  </a:lnTo>
                  <a:lnTo>
                    <a:pt x="200901" y="433518"/>
                  </a:lnTo>
                  <a:lnTo>
                    <a:pt x="244636" y="448276"/>
                  </a:lnTo>
                  <a:lnTo>
                    <a:pt x="291908" y="462062"/>
                  </a:lnTo>
                  <a:lnTo>
                    <a:pt x="342513" y="474817"/>
                  </a:lnTo>
                  <a:lnTo>
                    <a:pt x="396248" y="486480"/>
                  </a:lnTo>
                  <a:lnTo>
                    <a:pt x="452910" y="496993"/>
                  </a:lnTo>
                  <a:lnTo>
                    <a:pt x="512295" y="506296"/>
                  </a:lnTo>
                  <a:lnTo>
                    <a:pt x="574199" y="514331"/>
                  </a:lnTo>
                  <a:lnTo>
                    <a:pt x="638420" y="521038"/>
                  </a:lnTo>
                  <a:lnTo>
                    <a:pt x="704754" y="526357"/>
                  </a:lnTo>
                  <a:lnTo>
                    <a:pt x="772997" y="530230"/>
                  </a:lnTo>
                  <a:lnTo>
                    <a:pt x="842947" y="532597"/>
                  </a:lnTo>
                  <a:lnTo>
                    <a:pt x="914400" y="533400"/>
                  </a:lnTo>
                  <a:lnTo>
                    <a:pt x="985852" y="532597"/>
                  </a:lnTo>
                  <a:lnTo>
                    <a:pt x="1055802" y="530230"/>
                  </a:lnTo>
                  <a:lnTo>
                    <a:pt x="1124045" y="526357"/>
                  </a:lnTo>
                  <a:lnTo>
                    <a:pt x="1190379" y="521038"/>
                  </a:lnTo>
                  <a:lnTo>
                    <a:pt x="1254600" y="514331"/>
                  </a:lnTo>
                  <a:lnTo>
                    <a:pt x="1316504" y="506296"/>
                  </a:lnTo>
                  <a:lnTo>
                    <a:pt x="1375889" y="496993"/>
                  </a:lnTo>
                  <a:lnTo>
                    <a:pt x="1432551" y="486480"/>
                  </a:lnTo>
                  <a:lnTo>
                    <a:pt x="1486286" y="474817"/>
                  </a:lnTo>
                  <a:lnTo>
                    <a:pt x="1536891" y="462062"/>
                  </a:lnTo>
                  <a:lnTo>
                    <a:pt x="1584163" y="448276"/>
                  </a:lnTo>
                  <a:lnTo>
                    <a:pt x="1627898" y="433518"/>
                  </a:lnTo>
                  <a:lnTo>
                    <a:pt x="1667893" y="417846"/>
                  </a:lnTo>
                  <a:lnTo>
                    <a:pt x="1703944" y="401319"/>
                  </a:lnTo>
                  <a:lnTo>
                    <a:pt x="1763403" y="365942"/>
                  </a:lnTo>
                  <a:lnTo>
                    <a:pt x="1804647" y="327859"/>
                  </a:lnTo>
                  <a:lnTo>
                    <a:pt x="1826048" y="287545"/>
                  </a:lnTo>
                  <a:lnTo>
                    <a:pt x="1828800" y="266700"/>
                  </a:lnTo>
                  <a:lnTo>
                    <a:pt x="1826048" y="245854"/>
                  </a:lnTo>
                  <a:lnTo>
                    <a:pt x="1804647" y="205540"/>
                  </a:lnTo>
                  <a:lnTo>
                    <a:pt x="1763403" y="167457"/>
                  </a:lnTo>
                  <a:lnTo>
                    <a:pt x="1703944" y="132080"/>
                  </a:lnTo>
                  <a:lnTo>
                    <a:pt x="1667893" y="115553"/>
                  </a:lnTo>
                  <a:lnTo>
                    <a:pt x="1627898" y="99881"/>
                  </a:lnTo>
                  <a:lnTo>
                    <a:pt x="1584163" y="85123"/>
                  </a:lnTo>
                  <a:lnTo>
                    <a:pt x="1536891" y="71337"/>
                  </a:lnTo>
                  <a:lnTo>
                    <a:pt x="1486286" y="58582"/>
                  </a:lnTo>
                  <a:lnTo>
                    <a:pt x="1432551" y="46919"/>
                  </a:lnTo>
                  <a:lnTo>
                    <a:pt x="1375889" y="36406"/>
                  </a:lnTo>
                  <a:lnTo>
                    <a:pt x="1316504" y="27103"/>
                  </a:lnTo>
                  <a:lnTo>
                    <a:pt x="1254600" y="19068"/>
                  </a:lnTo>
                  <a:lnTo>
                    <a:pt x="1190379" y="12361"/>
                  </a:lnTo>
                  <a:lnTo>
                    <a:pt x="1124045" y="7042"/>
                  </a:lnTo>
                  <a:lnTo>
                    <a:pt x="1055802" y="3169"/>
                  </a:lnTo>
                  <a:lnTo>
                    <a:pt x="985852" y="802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81800" y="12192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266700"/>
                  </a:moveTo>
                  <a:lnTo>
                    <a:pt x="10870" y="225447"/>
                  </a:lnTo>
                  <a:lnTo>
                    <a:pt x="42396" y="186190"/>
                  </a:lnTo>
                  <a:lnTo>
                    <a:pt x="92950" y="149400"/>
                  </a:lnTo>
                  <a:lnTo>
                    <a:pt x="160906" y="115553"/>
                  </a:lnTo>
                  <a:lnTo>
                    <a:pt x="200901" y="99881"/>
                  </a:lnTo>
                  <a:lnTo>
                    <a:pt x="244636" y="85123"/>
                  </a:lnTo>
                  <a:lnTo>
                    <a:pt x="291908" y="71337"/>
                  </a:lnTo>
                  <a:lnTo>
                    <a:pt x="342513" y="58582"/>
                  </a:lnTo>
                  <a:lnTo>
                    <a:pt x="396248" y="46919"/>
                  </a:lnTo>
                  <a:lnTo>
                    <a:pt x="452910" y="36406"/>
                  </a:lnTo>
                  <a:lnTo>
                    <a:pt x="512295" y="27103"/>
                  </a:lnTo>
                  <a:lnTo>
                    <a:pt x="574199" y="19068"/>
                  </a:lnTo>
                  <a:lnTo>
                    <a:pt x="638420" y="12361"/>
                  </a:lnTo>
                  <a:lnTo>
                    <a:pt x="704754" y="7042"/>
                  </a:lnTo>
                  <a:lnTo>
                    <a:pt x="772997" y="3169"/>
                  </a:lnTo>
                  <a:lnTo>
                    <a:pt x="842947" y="802"/>
                  </a:lnTo>
                  <a:lnTo>
                    <a:pt x="914400" y="0"/>
                  </a:lnTo>
                  <a:lnTo>
                    <a:pt x="985852" y="802"/>
                  </a:lnTo>
                  <a:lnTo>
                    <a:pt x="1055802" y="3169"/>
                  </a:lnTo>
                  <a:lnTo>
                    <a:pt x="1124045" y="7042"/>
                  </a:lnTo>
                  <a:lnTo>
                    <a:pt x="1190379" y="12361"/>
                  </a:lnTo>
                  <a:lnTo>
                    <a:pt x="1254600" y="19068"/>
                  </a:lnTo>
                  <a:lnTo>
                    <a:pt x="1316504" y="27103"/>
                  </a:lnTo>
                  <a:lnTo>
                    <a:pt x="1375889" y="36406"/>
                  </a:lnTo>
                  <a:lnTo>
                    <a:pt x="1432551" y="46919"/>
                  </a:lnTo>
                  <a:lnTo>
                    <a:pt x="1486286" y="58582"/>
                  </a:lnTo>
                  <a:lnTo>
                    <a:pt x="1536891" y="71337"/>
                  </a:lnTo>
                  <a:lnTo>
                    <a:pt x="1584163" y="85123"/>
                  </a:lnTo>
                  <a:lnTo>
                    <a:pt x="1627898" y="99881"/>
                  </a:lnTo>
                  <a:lnTo>
                    <a:pt x="1667893" y="115553"/>
                  </a:lnTo>
                  <a:lnTo>
                    <a:pt x="1703944" y="132080"/>
                  </a:lnTo>
                  <a:lnTo>
                    <a:pt x="1763403" y="167457"/>
                  </a:lnTo>
                  <a:lnTo>
                    <a:pt x="1804647" y="205540"/>
                  </a:lnTo>
                  <a:lnTo>
                    <a:pt x="1826048" y="245854"/>
                  </a:lnTo>
                  <a:lnTo>
                    <a:pt x="1828800" y="266700"/>
                  </a:lnTo>
                  <a:lnTo>
                    <a:pt x="1826048" y="287545"/>
                  </a:lnTo>
                  <a:lnTo>
                    <a:pt x="1804647" y="327859"/>
                  </a:lnTo>
                  <a:lnTo>
                    <a:pt x="1763403" y="365942"/>
                  </a:lnTo>
                  <a:lnTo>
                    <a:pt x="1703944" y="401319"/>
                  </a:lnTo>
                  <a:lnTo>
                    <a:pt x="1667893" y="417846"/>
                  </a:lnTo>
                  <a:lnTo>
                    <a:pt x="1627898" y="433518"/>
                  </a:lnTo>
                  <a:lnTo>
                    <a:pt x="1584163" y="448276"/>
                  </a:lnTo>
                  <a:lnTo>
                    <a:pt x="1536891" y="462062"/>
                  </a:lnTo>
                  <a:lnTo>
                    <a:pt x="1486286" y="474817"/>
                  </a:lnTo>
                  <a:lnTo>
                    <a:pt x="1432551" y="486480"/>
                  </a:lnTo>
                  <a:lnTo>
                    <a:pt x="1375889" y="496993"/>
                  </a:lnTo>
                  <a:lnTo>
                    <a:pt x="1316504" y="506296"/>
                  </a:lnTo>
                  <a:lnTo>
                    <a:pt x="1254600" y="514331"/>
                  </a:lnTo>
                  <a:lnTo>
                    <a:pt x="1190379" y="521038"/>
                  </a:lnTo>
                  <a:lnTo>
                    <a:pt x="1124045" y="526357"/>
                  </a:lnTo>
                  <a:lnTo>
                    <a:pt x="1055802" y="530230"/>
                  </a:lnTo>
                  <a:lnTo>
                    <a:pt x="985852" y="532597"/>
                  </a:lnTo>
                  <a:lnTo>
                    <a:pt x="914400" y="533400"/>
                  </a:lnTo>
                  <a:lnTo>
                    <a:pt x="842947" y="532597"/>
                  </a:lnTo>
                  <a:lnTo>
                    <a:pt x="772997" y="530230"/>
                  </a:lnTo>
                  <a:lnTo>
                    <a:pt x="704754" y="526357"/>
                  </a:lnTo>
                  <a:lnTo>
                    <a:pt x="638420" y="521038"/>
                  </a:lnTo>
                  <a:lnTo>
                    <a:pt x="574199" y="514331"/>
                  </a:lnTo>
                  <a:lnTo>
                    <a:pt x="512295" y="506296"/>
                  </a:lnTo>
                  <a:lnTo>
                    <a:pt x="452910" y="496993"/>
                  </a:lnTo>
                  <a:lnTo>
                    <a:pt x="396248" y="486480"/>
                  </a:lnTo>
                  <a:lnTo>
                    <a:pt x="342513" y="474817"/>
                  </a:lnTo>
                  <a:lnTo>
                    <a:pt x="291908" y="462062"/>
                  </a:lnTo>
                  <a:lnTo>
                    <a:pt x="244636" y="448276"/>
                  </a:lnTo>
                  <a:lnTo>
                    <a:pt x="200901" y="433518"/>
                  </a:lnTo>
                  <a:lnTo>
                    <a:pt x="160906" y="417846"/>
                  </a:lnTo>
                  <a:lnTo>
                    <a:pt x="124855" y="401319"/>
                  </a:lnTo>
                  <a:lnTo>
                    <a:pt x="65396" y="365942"/>
                  </a:lnTo>
                  <a:lnTo>
                    <a:pt x="24152" y="327859"/>
                  </a:lnTo>
                  <a:lnTo>
                    <a:pt x="2751" y="287545"/>
                  </a:lnTo>
                  <a:lnTo>
                    <a:pt x="0" y="266700"/>
                  </a:lnTo>
                  <a:close/>
                </a:path>
              </a:pathLst>
            </a:custGeom>
            <a:ln w="1905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190613" y="1193038"/>
            <a:ext cx="101091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5080" indent="-628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Backward indexing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48475" y="2047875"/>
            <a:ext cx="1847850" cy="552450"/>
            <a:chOff x="6848475" y="2047875"/>
            <a:chExt cx="1847850" cy="552450"/>
          </a:xfrm>
        </p:grpSpPr>
        <p:sp>
          <p:nvSpPr>
            <p:cNvPr id="23" name="object 23"/>
            <p:cNvSpPr/>
            <p:nvPr/>
          </p:nvSpPr>
          <p:spPr>
            <a:xfrm>
              <a:off x="6858000" y="20574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914400" y="0"/>
                  </a:moveTo>
                  <a:lnTo>
                    <a:pt x="842947" y="802"/>
                  </a:lnTo>
                  <a:lnTo>
                    <a:pt x="772997" y="3169"/>
                  </a:lnTo>
                  <a:lnTo>
                    <a:pt x="704754" y="7042"/>
                  </a:lnTo>
                  <a:lnTo>
                    <a:pt x="638420" y="12361"/>
                  </a:lnTo>
                  <a:lnTo>
                    <a:pt x="574199" y="19068"/>
                  </a:lnTo>
                  <a:lnTo>
                    <a:pt x="512295" y="27103"/>
                  </a:lnTo>
                  <a:lnTo>
                    <a:pt x="452910" y="36406"/>
                  </a:lnTo>
                  <a:lnTo>
                    <a:pt x="396248" y="46919"/>
                  </a:lnTo>
                  <a:lnTo>
                    <a:pt x="342513" y="58582"/>
                  </a:lnTo>
                  <a:lnTo>
                    <a:pt x="291908" y="71337"/>
                  </a:lnTo>
                  <a:lnTo>
                    <a:pt x="244636" y="85123"/>
                  </a:lnTo>
                  <a:lnTo>
                    <a:pt x="200901" y="99881"/>
                  </a:lnTo>
                  <a:lnTo>
                    <a:pt x="160906" y="115553"/>
                  </a:lnTo>
                  <a:lnTo>
                    <a:pt x="124855" y="132080"/>
                  </a:lnTo>
                  <a:lnTo>
                    <a:pt x="65396" y="167457"/>
                  </a:lnTo>
                  <a:lnTo>
                    <a:pt x="24152" y="205540"/>
                  </a:lnTo>
                  <a:lnTo>
                    <a:pt x="2751" y="245854"/>
                  </a:lnTo>
                  <a:lnTo>
                    <a:pt x="0" y="266700"/>
                  </a:lnTo>
                  <a:lnTo>
                    <a:pt x="2751" y="287545"/>
                  </a:lnTo>
                  <a:lnTo>
                    <a:pt x="24152" y="327859"/>
                  </a:lnTo>
                  <a:lnTo>
                    <a:pt x="65396" y="365942"/>
                  </a:lnTo>
                  <a:lnTo>
                    <a:pt x="124855" y="401319"/>
                  </a:lnTo>
                  <a:lnTo>
                    <a:pt x="160906" y="417846"/>
                  </a:lnTo>
                  <a:lnTo>
                    <a:pt x="200901" y="433518"/>
                  </a:lnTo>
                  <a:lnTo>
                    <a:pt x="244636" y="448276"/>
                  </a:lnTo>
                  <a:lnTo>
                    <a:pt x="291908" y="462062"/>
                  </a:lnTo>
                  <a:lnTo>
                    <a:pt x="342513" y="474817"/>
                  </a:lnTo>
                  <a:lnTo>
                    <a:pt x="396248" y="486480"/>
                  </a:lnTo>
                  <a:lnTo>
                    <a:pt x="452910" y="496993"/>
                  </a:lnTo>
                  <a:lnTo>
                    <a:pt x="512295" y="506296"/>
                  </a:lnTo>
                  <a:lnTo>
                    <a:pt x="574199" y="514331"/>
                  </a:lnTo>
                  <a:lnTo>
                    <a:pt x="638420" y="521038"/>
                  </a:lnTo>
                  <a:lnTo>
                    <a:pt x="704754" y="526357"/>
                  </a:lnTo>
                  <a:lnTo>
                    <a:pt x="772997" y="530230"/>
                  </a:lnTo>
                  <a:lnTo>
                    <a:pt x="842947" y="532597"/>
                  </a:lnTo>
                  <a:lnTo>
                    <a:pt x="914400" y="533400"/>
                  </a:lnTo>
                  <a:lnTo>
                    <a:pt x="985852" y="532597"/>
                  </a:lnTo>
                  <a:lnTo>
                    <a:pt x="1055802" y="530230"/>
                  </a:lnTo>
                  <a:lnTo>
                    <a:pt x="1124045" y="526357"/>
                  </a:lnTo>
                  <a:lnTo>
                    <a:pt x="1190379" y="521038"/>
                  </a:lnTo>
                  <a:lnTo>
                    <a:pt x="1254600" y="514331"/>
                  </a:lnTo>
                  <a:lnTo>
                    <a:pt x="1316504" y="506296"/>
                  </a:lnTo>
                  <a:lnTo>
                    <a:pt x="1375889" y="496993"/>
                  </a:lnTo>
                  <a:lnTo>
                    <a:pt x="1432551" y="486480"/>
                  </a:lnTo>
                  <a:lnTo>
                    <a:pt x="1486286" y="474817"/>
                  </a:lnTo>
                  <a:lnTo>
                    <a:pt x="1536891" y="462062"/>
                  </a:lnTo>
                  <a:lnTo>
                    <a:pt x="1584163" y="448276"/>
                  </a:lnTo>
                  <a:lnTo>
                    <a:pt x="1627898" y="433518"/>
                  </a:lnTo>
                  <a:lnTo>
                    <a:pt x="1667893" y="417846"/>
                  </a:lnTo>
                  <a:lnTo>
                    <a:pt x="1703944" y="401319"/>
                  </a:lnTo>
                  <a:lnTo>
                    <a:pt x="1763403" y="365942"/>
                  </a:lnTo>
                  <a:lnTo>
                    <a:pt x="1804647" y="327859"/>
                  </a:lnTo>
                  <a:lnTo>
                    <a:pt x="1826048" y="287545"/>
                  </a:lnTo>
                  <a:lnTo>
                    <a:pt x="1828800" y="266700"/>
                  </a:lnTo>
                  <a:lnTo>
                    <a:pt x="1826048" y="245854"/>
                  </a:lnTo>
                  <a:lnTo>
                    <a:pt x="1804647" y="205540"/>
                  </a:lnTo>
                  <a:lnTo>
                    <a:pt x="1763403" y="167457"/>
                  </a:lnTo>
                  <a:lnTo>
                    <a:pt x="1703944" y="132080"/>
                  </a:lnTo>
                  <a:lnTo>
                    <a:pt x="1667893" y="115553"/>
                  </a:lnTo>
                  <a:lnTo>
                    <a:pt x="1627898" y="99881"/>
                  </a:lnTo>
                  <a:lnTo>
                    <a:pt x="1584163" y="85123"/>
                  </a:lnTo>
                  <a:lnTo>
                    <a:pt x="1536891" y="71337"/>
                  </a:lnTo>
                  <a:lnTo>
                    <a:pt x="1486286" y="58582"/>
                  </a:lnTo>
                  <a:lnTo>
                    <a:pt x="1432551" y="46919"/>
                  </a:lnTo>
                  <a:lnTo>
                    <a:pt x="1375889" y="36406"/>
                  </a:lnTo>
                  <a:lnTo>
                    <a:pt x="1316504" y="27103"/>
                  </a:lnTo>
                  <a:lnTo>
                    <a:pt x="1254600" y="19068"/>
                  </a:lnTo>
                  <a:lnTo>
                    <a:pt x="1190379" y="12361"/>
                  </a:lnTo>
                  <a:lnTo>
                    <a:pt x="1124045" y="7042"/>
                  </a:lnTo>
                  <a:lnTo>
                    <a:pt x="1055802" y="3169"/>
                  </a:lnTo>
                  <a:lnTo>
                    <a:pt x="985852" y="802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58000" y="205740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266700"/>
                  </a:moveTo>
                  <a:lnTo>
                    <a:pt x="10870" y="225447"/>
                  </a:lnTo>
                  <a:lnTo>
                    <a:pt x="42396" y="186190"/>
                  </a:lnTo>
                  <a:lnTo>
                    <a:pt x="92950" y="149400"/>
                  </a:lnTo>
                  <a:lnTo>
                    <a:pt x="160906" y="115553"/>
                  </a:lnTo>
                  <a:lnTo>
                    <a:pt x="200901" y="99881"/>
                  </a:lnTo>
                  <a:lnTo>
                    <a:pt x="244636" y="85123"/>
                  </a:lnTo>
                  <a:lnTo>
                    <a:pt x="291908" y="71337"/>
                  </a:lnTo>
                  <a:lnTo>
                    <a:pt x="342513" y="58582"/>
                  </a:lnTo>
                  <a:lnTo>
                    <a:pt x="396248" y="46919"/>
                  </a:lnTo>
                  <a:lnTo>
                    <a:pt x="452910" y="36406"/>
                  </a:lnTo>
                  <a:lnTo>
                    <a:pt x="512295" y="27103"/>
                  </a:lnTo>
                  <a:lnTo>
                    <a:pt x="574199" y="19068"/>
                  </a:lnTo>
                  <a:lnTo>
                    <a:pt x="638420" y="12361"/>
                  </a:lnTo>
                  <a:lnTo>
                    <a:pt x="704754" y="7042"/>
                  </a:lnTo>
                  <a:lnTo>
                    <a:pt x="772997" y="3169"/>
                  </a:lnTo>
                  <a:lnTo>
                    <a:pt x="842947" y="802"/>
                  </a:lnTo>
                  <a:lnTo>
                    <a:pt x="914400" y="0"/>
                  </a:lnTo>
                  <a:lnTo>
                    <a:pt x="985852" y="802"/>
                  </a:lnTo>
                  <a:lnTo>
                    <a:pt x="1055802" y="3169"/>
                  </a:lnTo>
                  <a:lnTo>
                    <a:pt x="1124045" y="7042"/>
                  </a:lnTo>
                  <a:lnTo>
                    <a:pt x="1190379" y="12361"/>
                  </a:lnTo>
                  <a:lnTo>
                    <a:pt x="1254600" y="19068"/>
                  </a:lnTo>
                  <a:lnTo>
                    <a:pt x="1316504" y="27103"/>
                  </a:lnTo>
                  <a:lnTo>
                    <a:pt x="1375889" y="36406"/>
                  </a:lnTo>
                  <a:lnTo>
                    <a:pt x="1432551" y="46919"/>
                  </a:lnTo>
                  <a:lnTo>
                    <a:pt x="1486286" y="58582"/>
                  </a:lnTo>
                  <a:lnTo>
                    <a:pt x="1536891" y="71337"/>
                  </a:lnTo>
                  <a:lnTo>
                    <a:pt x="1584163" y="85123"/>
                  </a:lnTo>
                  <a:lnTo>
                    <a:pt x="1627898" y="99881"/>
                  </a:lnTo>
                  <a:lnTo>
                    <a:pt x="1667893" y="115553"/>
                  </a:lnTo>
                  <a:lnTo>
                    <a:pt x="1703944" y="132080"/>
                  </a:lnTo>
                  <a:lnTo>
                    <a:pt x="1763403" y="167457"/>
                  </a:lnTo>
                  <a:lnTo>
                    <a:pt x="1804647" y="205540"/>
                  </a:lnTo>
                  <a:lnTo>
                    <a:pt x="1826048" y="245854"/>
                  </a:lnTo>
                  <a:lnTo>
                    <a:pt x="1828800" y="266700"/>
                  </a:lnTo>
                  <a:lnTo>
                    <a:pt x="1826048" y="287545"/>
                  </a:lnTo>
                  <a:lnTo>
                    <a:pt x="1804647" y="327859"/>
                  </a:lnTo>
                  <a:lnTo>
                    <a:pt x="1763403" y="365942"/>
                  </a:lnTo>
                  <a:lnTo>
                    <a:pt x="1703944" y="401319"/>
                  </a:lnTo>
                  <a:lnTo>
                    <a:pt x="1667893" y="417846"/>
                  </a:lnTo>
                  <a:lnTo>
                    <a:pt x="1627898" y="433518"/>
                  </a:lnTo>
                  <a:lnTo>
                    <a:pt x="1584163" y="448276"/>
                  </a:lnTo>
                  <a:lnTo>
                    <a:pt x="1536891" y="462062"/>
                  </a:lnTo>
                  <a:lnTo>
                    <a:pt x="1486286" y="474817"/>
                  </a:lnTo>
                  <a:lnTo>
                    <a:pt x="1432551" y="486480"/>
                  </a:lnTo>
                  <a:lnTo>
                    <a:pt x="1375889" y="496993"/>
                  </a:lnTo>
                  <a:lnTo>
                    <a:pt x="1316504" y="506296"/>
                  </a:lnTo>
                  <a:lnTo>
                    <a:pt x="1254600" y="514331"/>
                  </a:lnTo>
                  <a:lnTo>
                    <a:pt x="1190379" y="521038"/>
                  </a:lnTo>
                  <a:lnTo>
                    <a:pt x="1124045" y="526357"/>
                  </a:lnTo>
                  <a:lnTo>
                    <a:pt x="1055802" y="530230"/>
                  </a:lnTo>
                  <a:lnTo>
                    <a:pt x="985852" y="532597"/>
                  </a:lnTo>
                  <a:lnTo>
                    <a:pt x="914400" y="533400"/>
                  </a:lnTo>
                  <a:lnTo>
                    <a:pt x="842947" y="532597"/>
                  </a:lnTo>
                  <a:lnTo>
                    <a:pt x="772997" y="530230"/>
                  </a:lnTo>
                  <a:lnTo>
                    <a:pt x="704754" y="526357"/>
                  </a:lnTo>
                  <a:lnTo>
                    <a:pt x="638420" y="521038"/>
                  </a:lnTo>
                  <a:lnTo>
                    <a:pt x="574199" y="514331"/>
                  </a:lnTo>
                  <a:lnTo>
                    <a:pt x="512295" y="506296"/>
                  </a:lnTo>
                  <a:lnTo>
                    <a:pt x="452910" y="496993"/>
                  </a:lnTo>
                  <a:lnTo>
                    <a:pt x="396248" y="486480"/>
                  </a:lnTo>
                  <a:lnTo>
                    <a:pt x="342513" y="474817"/>
                  </a:lnTo>
                  <a:lnTo>
                    <a:pt x="291908" y="462062"/>
                  </a:lnTo>
                  <a:lnTo>
                    <a:pt x="244636" y="448276"/>
                  </a:lnTo>
                  <a:lnTo>
                    <a:pt x="200901" y="433518"/>
                  </a:lnTo>
                  <a:lnTo>
                    <a:pt x="160906" y="417846"/>
                  </a:lnTo>
                  <a:lnTo>
                    <a:pt x="124855" y="401319"/>
                  </a:lnTo>
                  <a:lnTo>
                    <a:pt x="65396" y="365942"/>
                  </a:lnTo>
                  <a:lnTo>
                    <a:pt x="24152" y="327859"/>
                  </a:lnTo>
                  <a:lnTo>
                    <a:pt x="2751" y="287545"/>
                  </a:lnTo>
                  <a:lnTo>
                    <a:pt x="0" y="266700"/>
                  </a:lnTo>
                  <a:close/>
                </a:path>
              </a:pathLst>
            </a:custGeom>
            <a:ln w="1905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329296" y="2030933"/>
            <a:ext cx="88836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Forward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indexing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81402"/>
            <a:ext cx="1668145" cy="7461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print(x[-100:-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2])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OUTPUT: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17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17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62811"/>
            <a:ext cx="7199630" cy="33731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Print(x[1:50])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OUTPUT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1700" spc="4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endParaRPr sz="1700">
              <a:latin typeface="Trebuchet MS"/>
              <a:cs typeface="Trebuchet MS"/>
            </a:endParaRPr>
          </a:p>
          <a:p>
            <a:pPr marL="355600" marR="5080" indent="-342900">
              <a:lnSpc>
                <a:spcPts val="1839"/>
              </a:lnSpc>
              <a:spcBef>
                <a:spcPts val="1025"/>
              </a:spcBef>
              <a:buFont typeface="Wingdings"/>
              <a:buChar char=""/>
              <a:tabLst>
                <a:tab pos="355600" algn="l"/>
                <a:tab pos="421005" algn="l"/>
              </a:tabLst>
            </a:pPr>
            <a:r>
              <a:rPr sz="135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BYTES:</a:t>
            </a:r>
            <a:r>
              <a:rPr sz="17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class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allowed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sequences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positive</a:t>
            </a:r>
            <a:r>
              <a:rPr sz="17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integer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range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256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 inclusive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56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exclusive.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7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90C225"/>
              </a:buClr>
              <a:buSzPct val="79411"/>
              <a:buFont typeface="Wingdings"/>
              <a:buChar char=""/>
              <a:tabLst>
                <a:tab pos="354965" algn="l"/>
              </a:tabLst>
            </a:pPr>
            <a:r>
              <a:rPr sz="1700" spc="-95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byte.</a:t>
            </a:r>
            <a:endParaRPr sz="17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79411"/>
              <a:buFont typeface="Wingdings"/>
              <a:buChar char=""/>
              <a:tabLst>
                <a:tab pos="354965" algn="l"/>
                <a:tab pos="346837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 an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immutable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it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support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item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assignment.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L1=[2,4,8,6]</a:t>
            </a:r>
            <a:endParaRPr sz="1700">
              <a:latin typeface="Trebuchet MS"/>
              <a:cs typeface="Trebuchet MS"/>
            </a:endParaRPr>
          </a:p>
          <a:p>
            <a:pPr marL="468630">
              <a:lnSpc>
                <a:spcPct val="100000"/>
              </a:lnSpc>
              <a:spcBef>
                <a:spcPts val="7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L2=bytes(L1)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5071770"/>
            <a:ext cx="1774825" cy="9779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8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L1=[2,4,256,8]</a:t>
            </a:r>
            <a:endParaRPr sz="1700">
              <a:latin typeface="Trebuchet MS"/>
              <a:cs typeface="Trebuchet MS"/>
            </a:endParaRPr>
          </a:p>
          <a:p>
            <a:pPr marL="125730">
              <a:lnSpc>
                <a:spcPts val="1939"/>
              </a:lnSpc>
              <a:spcBef>
                <a:spcPts val="7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L1=[1,2,”abc”,4]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1939"/>
              </a:lnSpc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bytes.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9595" y="5071770"/>
            <a:ext cx="4087495" cy="7448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256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excluded.</a:t>
            </a:r>
            <a:endParaRPr sz="1700">
              <a:latin typeface="Trebuchet MS"/>
              <a:cs typeface="Trebuchet MS"/>
            </a:endParaRPr>
          </a:p>
          <a:p>
            <a:pPr marL="239395">
              <a:lnSpc>
                <a:spcPct val="100000"/>
              </a:lnSpc>
              <a:spcBef>
                <a:spcPts val="79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abc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does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come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under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32050" y="864108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33" y="51796"/>
                </a:move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6" y="102362"/>
                </a:lnTo>
                <a:lnTo>
                  <a:pt x="832103" y="103377"/>
                </a:lnTo>
                <a:lnTo>
                  <a:pt x="835151" y="101726"/>
                </a:lnTo>
                <a:lnTo>
                  <a:pt x="911578" y="57276"/>
                </a:lnTo>
                <a:lnTo>
                  <a:pt x="905001" y="57276"/>
                </a:lnTo>
                <a:lnTo>
                  <a:pt x="895633" y="51796"/>
                </a:lnTo>
                <a:close/>
              </a:path>
              <a:path w="9207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633" y="51796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5">
                <a:moveTo>
                  <a:pt x="914072" y="55826"/>
                </a:moveTo>
                <a:lnTo>
                  <a:pt x="910050" y="58165"/>
                </a:lnTo>
                <a:lnTo>
                  <a:pt x="911733" y="58165"/>
                </a:lnTo>
                <a:lnTo>
                  <a:pt x="914072" y="55826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33" y="51796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229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578" y="57276"/>
                </a:lnTo>
                <a:lnTo>
                  <a:pt x="914072" y="55826"/>
                </a:lnTo>
                <a:lnTo>
                  <a:pt x="914526" y="55371"/>
                </a:lnTo>
                <a:lnTo>
                  <a:pt x="914526" y="48387"/>
                </a:lnTo>
                <a:lnTo>
                  <a:pt x="914691" y="48387"/>
                </a:lnTo>
                <a:lnTo>
                  <a:pt x="911229" y="46354"/>
                </a:lnTo>
                <a:close/>
              </a:path>
              <a:path w="920750" h="103505">
                <a:moveTo>
                  <a:pt x="914691" y="48387"/>
                </a:moveTo>
                <a:lnTo>
                  <a:pt x="914526" y="48387"/>
                </a:lnTo>
                <a:lnTo>
                  <a:pt x="914526" y="55371"/>
                </a:lnTo>
                <a:lnTo>
                  <a:pt x="914072" y="55826"/>
                </a:lnTo>
                <a:lnTo>
                  <a:pt x="920750" y="51942"/>
                </a:lnTo>
                <a:lnTo>
                  <a:pt x="914691" y="48387"/>
                </a:lnTo>
                <a:close/>
              </a:path>
              <a:path w="920750" h="103505">
                <a:moveTo>
                  <a:pt x="832230" y="0"/>
                </a:moveTo>
                <a:lnTo>
                  <a:pt x="828294" y="1015"/>
                </a:lnTo>
                <a:lnTo>
                  <a:pt x="824738" y="7112"/>
                </a:lnTo>
                <a:lnTo>
                  <a:pt x="825880" y="10921"/>
                </a:lnTo>
                <a:lnTo>
                  <a:pt x="828801" y="12700"/>
                </a:lnTo>
                <a:lnTo>
                  <a:pt x="895633" y="51796"/>
                </a:lnTo>
                <a:lnTo>
                  <a:pt x="905001" y="46354"/>
                </a:lnTo>
                <a:lnTo>
                  <a:pt x="911229" y="46354"/>
                </a:lnTo>
                <a:lnTo>
                  <a:pt x="832230" y="0"/>
                </a:lnTo>
                <a:close/>
              </a:path>
              <a:path w="920750" h="103505">
                <a:moveTo>
                  <a:pt x="911733" y="45465"/>
                </a:moveTo>
                <a:lnTo>
                  <a:pt x="909714" y="45465"/>
                </a:lnTo>
                <a:lnTo>
                  <a:pt x="914691" y="48387"/>
                </a:lnTo>
                <a:lnTo>
                  <a:pt x="914526" y="48387"/>
                </a:lnTo>
                <a:lnTo>
                  <a:pt x="9117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81400" y="533400"/>
            <a:ext cx="3124200" cy="9144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201930" marR="194310" indent="1270" algn="ctr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</a:rPr>
              <a:t>It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returns</a:t>
            </a:r>
            <a:r>
              <a:rPr sz="1800" spc="-3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value</a:t>
            </a:r>
            <a:r>
              <a:rPr sz="1800" spc="-3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of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spc="-25" dirty="0">
                <a:solidFill>
                  <a:srgbClr val="FFFFFF"/>
                </a:solidFill>
              </a:rPr>
              <a:t>all </a:t>
            </a:r>
            <a:r>
              <a:rPr sz="1800" dirty="0">
                <a:solidFill>
                  <a:srgbClr val="FFFFFF"/>
                </a:solidFill>
              </a:rPr>
              <a:t>indexes</a:t>
            </a:r>
            <a:r>
              <a:rPr sz="1800" spc="-60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which</a:t>
            </a:r>
            <a:r>
              <a:rPr sz="1800" spc="-5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come</a:t>
            </a:r>
            <a:r>
              <a:rPr sz="1800" spc="-50" dirty="0">
                <a:solidFill>
                  <a:srgbClr val="FFFFFF"/>
                </a:solidFill>
              </a:rPr>
              <a:t> </a:t>
            </a:r>
            <a:r>
              <a:rPr sz="1800" spc="-20" dirty="0">
                <a:solidFill>
                  <a:srgbClr val="FFFFFF"/>
                </a:solidFill>
              </a:rPr>
              <a:t>under </a:t>
            </a:r>
            <a:r>
              <a:rPr sz="1800" dirty="0">
                <a:solidFill>
                  <a:srgbClr val="FFFFFF"/>
                </a:solidFill>
              </a:rPr>
              <a:t>this</a:t>
            </a:r>
            <a:r>
              <a:rPr sz="1800" spc="-1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slicing.</a:t>
            </a:r>
            <a:endParaRPr sz="1800"/>
          </a:p>
        </p:txBody>
      </p:sp>
      <p:sp>
        <p:nvSpPr>
          <p:cNvPr id="8" name="object 8"/>
          <p:cNvSpPr/>
          <p:nvPr/>
        </p:nvSpPr>
        <p:spPr>
          <a:xfrm>
            <a:off x="2203450" y="55121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42"/>
                </a:lnTo>
                <a:lnTo>
                  <a:pt x="447167" y="102412"/>
                </a:lnTo>
                <a:lnTo>
                  <a:pt x="450976" y="103441"/>
                </a:lnTo>
                <a:lnTo>
                  <a:pt x="530339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6" y="45593"/>
                </a:lnTo>
                <a:lnTo>
                  <a:pt x="6350" y="44069"/>
                </a:lnTo>
                <a:close/>
              </a:path>
              <a:path w="539750" h="103504">
                <a:moveTo>
                  <a:pt x="533380" y="55639"/>
                </a:moveTo>
                <a:lnTo>
                  <a:pt x="528807" y="58293"/>
                </a:lnTo>
                <a:lnTo>
                  <a:pt x="530606" y="58293"/>
                </a:lnTo>
                <a:lnTo>
                  <a:pt x="533380" y="55639"/>
                </a:lnTo>
                <a:close/>
              </a:path>
              <a:path w="539750" h="103504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4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39" y="57404"/>
                </a:lnTo>
                <a:lnTo>
                  <a:pt x="533380" y="55639"/>
                </a:lnTo>
                <a:lnTo>
                  <a:pt x="533526" y="55639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4">
                <a:moveTo>
                  <a:pt x="533039" y="48004"/>
                </a:moveTo>
                <a:lnTo>
                  <a:pt x="533526" y="48514"/>
                </a:lnTo>
                <a:lnTo>
                  <a:pt x="533526" y="55639"/>
                </a:lnTo>
                <a:lnTo>
                  <a:pt x="533380" y="55639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5850" y="5891631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431"/>
                </a:moveTo>
                <a:lnTo>
                  <a:pt x="444626" y="92417"/>
                </a:lnTo>
                <a:lnTo>
                  <a:pt x="443611" y="96304"/>
                </a:lnTo>
                <a:lnTo>
                  <a:pt x="447167" y="102374"/>
                </a:lnTo>
                <a:lnTo>
                  <a:pt x="450976" y="103403"/>
                </a:lnTo>
                <a:lnTo>
                  <a:pt x="530368" y="57403"/>
                </a:lnTo>
                <a:lnTo>
                  <a:pt x="524001" y="57403"/>
                </a:lnTo>
                <a:lnTo>
                  <a:pt x="514744" y="51968"/>
                </a:lnTo>
                <a:lnTo>
                  <a:pt x="524001" y="51968"/>
                </a:lnTo>
                <a:lnTo>
                  <a:pt x="524001" y="46431"/>
                </a:lnTo>
                <a:close/>
              </a:path>
              <a:path w="539750" h="103504">
                <a:moveTo>
                  <a:pt x="6350" y="44030"/>
                </a:moveTo>
                <a:lnTo>
                  <a:pt x="2907" y="44030"/>
                </a:lnTo>
                <a:lnTo>
                  <a:pt x="0" y="46850"/>
                </a:lnTo>
                <a:lnTo>
                  <a:pt x="0" y="53873"/>
                </a:lnTo>
                <a:lnTo>
                  <a:pt x="2806" y="56730"/>
                </a:lnTo>
                <a:lnTo>
                  <a:pt x="530606" y="58292"/>
                </a:lnTo>
                <a:lnTo>
                  <a:pt x="503528" y="58292"/>
                </a:lnTo>
                <a:lnTo>
                  <a:pt x="514444" y="51968"/>
                </a:lnTo>
                <a:lnTo>
                  <a:pt x="514744" y="51968"/>
                </a:lnTo>
                <a:lnTo>
                  <a:pt x="503886" y="45592"/>
                </a:lnTo>
                <a:lnTo>
                  <a:pt x="531446" y="45592"/>
                </a:lnTo>
                <a:lnTo>
                  <a:pt x="6350" y="44030"/>
                </a:lnTo>
                <a:close/>
              </a:path>
              <a:path w="539750" h="103504">
                <a:moveTo>
                  <a:pt x="533237" y="55741"/>
                </a:moveTo>
                <a:lnTo>
                  <a:pt x="528834" y="58292"/>
                </a:lnTo>
                <a:lnTo>
                  <a:pt x="530606" y="58292"/>
                </a:lnTo>
                <a:lnTo>
                  <a:pt x="533237" y="55741"/>
                </a:lnTo>
                <a:close/>
              </a:path>
              <a:path w="539750" h="103504">
                <a:moveTo>
                  <a:pt x="524001" y="51968"/>
                </a:moveTo>
                <a:lnTo>
                  <a:pt x="514744" y="51968"/>
                </a:lnTo>
                <a:lnTo>
                  <a:pt x="524001" y="57403"/>
                </a:lnTo>
                <a:lnTo>
                  <a:pt x="524001" y="51968"/>
                </a:lnTo>
                <a:close/>
              </a:path>
              <a:path w="539750" h="103504">
                <a:moveTo>
                  <a:pt x="530320" y="46431"/>
                </a:moveTo>
                <a:lnTo>
                  <a:pt x="524001" y="46431"/>
                </a:lnTo>
                <a:lnTo>
                  <a:pt x="524001" y="57403"/>
                </a:lnTo>
                <a:lnTo>
                  <a:pt x="530368" y="57403"/>
                </a:lnTo>
                <a:lnTo>
                  <a:pt x="533237" y="55741"/>
                </a:lnTo>
                <a:lnTo>
                  <a:pt x="533410" y="55574"/>
                </a:lnTo>
                <a:lnTo>
                  <a:pt x="533526" y="48437"/>
                </a:lnTo>
                <a:lnTo>
                  <a:pt x="533240" y="48145"/>
                </a:lnTo>
                <a:lnTo>
                  <a:pt x="530320" y="46431"/>
                </a:lnTo>
                <a:close/>
              </a:path>
              <a:path w="539750" h="103504">
                <a:moveTo>
                  <a:pt x="533240" y="48145"/>
                </a:moveTo>
                <a:lnTo>
                  <a:pt x="533526" y="48437"/>
                </a:lnTo>
                <a:lnTo>
                  <a:pt x="533526" y="55574"/>
                </a:lnTo>
                <a:lnTo>
                  <a:pt x="539750" y="51968"/>
                </a:lnTo>
                <a:lnTo>
                  <a:pt x="533240" y="48145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3864" y="7061"/>
                </a:lnTo>
                <a:lnTo>
                  <a:pt x="444881" y="10947"/>
                </a:lnTo>
                <a:lnTo>
                  <a:pt x="514744" y="51968"/>
                </a:lnTo>
                <a:lnTo>
                  <a:pt x="514444" y="51968"/>
                </a:lnTo>
                <a:lnTo>
                  <a:pt x="524001" y="46431"/>
                </a:lnTo>
                <a:lnTo>
                  <a:pt x="530320" y="46431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893" y="45592"/>
                </a:lnTo>
                <a:lnTo>
                  <a:pt x="533240" y="48145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31419"/>
            <a:ext cx="4501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  <a:tab pos="681990" algn="l"/>
              </a:tabLst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bytes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slicing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allowed.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19805" y="606298"/>
            <a:ext cx="90106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461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4,”abc” “abc”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06298"/>
            <a:ext cx="1898650" cy="1630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58165" marR="5080" indent="-546100">
              <a:lnSpc>
                <a:spcPct val="146400"/>
              </a:lnSpc>
              <a:spcBef>
                <a:spcPts val="90"/>
              </a:spcBef>
              <a:tabLst>
                <a:tab pos="492759" algn="l"/>
              </a:tabLst>
            </a:pP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print(L1[1:3]) print(L1[2]) L1[2]=5</a:t>
            </a:r>
            <a:endParaRPr sz="1800">
              <a:latin typeface="Trebuchet MS"/>
              <a:cs typeface="Trebuchet MS"/>
            </a:endParaRPr>
          </a:p>
          <a:p>
            <a:pPr marL="558165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print(L1)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4057" y="1936445"/>
            <a:ext cx="925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[2,4,5,6]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386" y="2337942"/>
            <a:ext cx="1868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print(L1,type(L1))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7356" y="2337942"/>
            <a:ext cx="2339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0925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[2,4,5,6]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&lt;class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‘list’&gt;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386" y="3015071"/>
            <a:ext cx="1868805" cy="122936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L2=bytes(L1)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print(L2,type(L2))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7356" y="3944492"/>
            <a:ext cx="757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2,4,5,6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45603" y="3944492"/>
            <a:ext cx="1534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&lt;class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‘bytes’&gt;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0386" y="4618576"/>
            <a:ext cx="1868805" cy="123126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L2=bytes(L1)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L2[1]=3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print(L2,type(L2))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7356" y="5549595"/>
            <a:ext cx="370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error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immutable.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79650" y="12449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38440" y="51904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318" y="57404"/>
                </a:lnTo>
                <a:lnTo>
                  <a:pt x="447801" y="57404"/>
                </a:lnTo>
                <a:lnTo>
                  <a:pt x="438440" y="51904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440" y="51904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5">
                <a:moveTo>
                  <a:pt x="457281" y="55665"/>
                </a:moveTo>
                <a:lnTo>
                  <a:pt x="455417" y="56769"/>
                </a:lnTo>
                <a:lnTo>
                  <a:pt x="452779" y="58293"/>
                </a:lnTo>
                <a:lnTo>
                  <a:pt x="454406" y="58293"/>
                </a:lnTo>
                <a:lnTo>
                  <a:pt x="457281" y="55665"/>
                </a:lnTo>
                <a:close/>
              </a:path>
              <a:path w="463550" h="103505">
                <a:moveTo>
                  <a:pt x="447801" y="46482"/>
                </a:moveTo>
                <a:lnTo>
                  <a:pt x="438440" y="51904"/>
                </a:lnTo>
                <a:lnTo>
                  <a:pt x="447801" y="57404"/>
                </a:lnTo>
                <a:lnTo>
                  <a:pt x="447801" y="46482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318" y="57404"/>
                </a:lnTo>
                <a:lnTo>
                  <a:pt x="457326" y="55665"/>
                </a:lnTo>
                <a:lnTo>
                  <a:pt x="457326" y="48514"/>
                </a:lnTo>
                <a:lnTo>
                  <a:pt x="457083" y="48259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83" y="48259"/>
                </a:moveTo>
                <a:lnTo>
                  <a:pt x="457326" y="48514"/>
                </a:lnTo>
                <a:lnTo>
                  <a:pt x="457326" y="55665"/>
                </a:lnTo>
                <a:lnTo>
                  <a:pt x="463550" y="52070"/>
                </a:lnTo>
                <a:lnTo>
                  <a:pt x="457083" y="48259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440" y="51904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593"/>
                </a:moveTo>
                <a:lnTo>
                  <a:pt x="452558" y="45593"/>
                </a:lnTo>
                <a:lnTo>
                  <a:pt x="457083" y="48259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4850" y="20815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13050" y="24641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5">
                <a:moveTo>
                  <a:pt x="457195" y="55624"/>
                </a:moveTo>
                <a:lnTo>
                  <a:pt x="452590" y="58293"/>
                </a:lnTo>
                <a:lnTo>
                  <a:pt x="454405" y="58293"/>
                </a:lnTo>
                <a:lnTo>
                  <a:pt x="457195" y="55624"/>
                </a:lnTo>
                <a:close/>
              </a:path>
              <a:path w="463550" h="103505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5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5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3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13050" y="41389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4">
                <a:moveTo>
                  <a:pt x="456907" y="55918"/>
                </a:moveTo>
                <a:lnTo>
                  <a:pt x="452590" y="58420"/>
                </a:lnTo>
                <a:lnTo>
                  <a:pt x="454405" y="58420"/>
                </a:lnTo>
                <a:lnTo>
                  <a:pt x="456907" y="55918"/>
                </a:lnTo>
                <a:close/>
              </a:path>
              <a:path w="463550" h="103504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4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4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3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3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55850" y="86233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813050" y="5739193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69"/>
                </a:moveTo>
                <a:lnTo>
                  <a:pt x="368426" y="92405"/>
                </a:lnTo>
                <a:lnTo>
                  <a:pt x="367411" y="96291"/>
                </a:lnTo>
                <a:lnTo>
                  <a:pt x="369188" y="99326"/>
                </a:lnTo>
                <a:lnTo>
                  <a:pt x="370839" y="102362"/>
                </a:lnTo>
                <a:lnTo>
                  <a:pt x="374776" y="103403"/>
                </a:lnTo>
                <a:lnTo>
                  <a:pt x="454183" y="57429"/>
                </a:lnTo>
                <a:lnTo>
                  <a:pt x="447801" y="57429"/>
                </a:lnTo>
                <a:lnTo>
                  <a:pt x="438571" y="52006"/>
                </a:lnTo>
                <a:lnTo>
                  <a:pt x="447801" y="52006"/>
                </a:lnTo>
                <a:lnTo>
                  <a:pt x="447801" y="46469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07" y="44069"/>
                </a:lnTo>
                <a:lnTo>
                  <a:pt x="0" y="46888"/>
                </a:lnTo>
                <a:lnTo>
                  <a:pt x="0" y="53898"/>
                </a:lnTo>
                <a:lnTo>
                  <a:pt x="2806" y="56769"/>
                </a:lnTo>
                <a:lnTo>
                  <a:pt x="454406" y="58318"/>
                </a:lnTo>
                <a:lnTo>
                  <a:pt x="427327" y="58318"/>
                </a:lnTo>
                <a:lnTo>
                  <a:pt x="438233" y="52006"/>
                </a:lnTo>
                <a:lnTo>
                  <a:pt x="438571" y="52006"/>
                </a:lnTo>
                <a:lnTo>
                  <a:pt x="427697" y="45618"/>
                </a:lnTo>
                <a:lnTo>
                  <a:pt x="454651" y="45618"/>
                </a:lnTo>
                <a:lnTo>
                  <a:pt x="6350" y="44069"/>
                </a:lnTo>
                <a:close/>
              </a:path>
              <a:path w="463550" h="103504">
                <a:moveTo>
                  <a:pt x="457011" y="55791"/>
                </a:moveTo>
                <a:lnTo>
                  <a:pt x="452648" y="58318"/>
                </a:lnTo>
                <a:lnTo>
                  <a:pt x="454405" y="58318"/>
                </a:lnTo>
                <a:lnTo>
                  <a:pt x="457011" y="55791"/>
                </a:lnTo>
                <a:close/>
              </a:path>
              <a:path w="463550" h="103504">
                <a:moveTo>
                  <a:pt x="447801" y="52006"/>
                </a:moveTo>
                <a:lnTo>
                  <a:pt x="438571" y="52006"/>
                </a:lnTo>
                <a:lnTo>
                  <a:pt x="447801" y="57429"/>
                </a:lnTo>
                <a:lnTo>
                  <a:pt x="447801" y="52006"/>
                </a:lnTo>
                <a:close/>
              </a:path>
              <a:path w="463550" h="103504">
                <a:moveTo>
                  <a:pt x="454141" y="46469"/>
                </a:moveTo>
                <a:lnTo>
                  <a:pt x="447801" y="46469"/>
                </a:lnTo>
                <a:lnTo>
                  <a:pt x="447801" y="57429"/>
                </a:lnTo>
                <a:lnTo>
                  <a:pt x="454183" y="57429"/>
                </a:lnTo>
                <a:lnTo>
                  <a:pt x="457011" y="55791"/>
                </a:lnTo>
                <a:lnTo>
                  <a:pt x="457199" y="55610"/>
                </a:lnTo>
                <a:lnTo>
                  <a:pt x="457339" y="53898"/>
                </a:lnTo>
                <a:lnTo>
                  <a:pt x="457384" y="48377"/>
                </a:lnTo>
                <a:lnTo>
                  <a:pt x="454141" y="46469"/>
                </a:lnTo>
                <a:close/>
              </a:path>
              <a:path w="463550" h="103504">
                <a:moveTo>
                  <a:pt x="457384" y="48377"/>
                </a:moveTo>
                <a:lnTo>
                  <a:pt x="457325" y="55610"/>
                </a:lnTo>
                <a:lnTo>
                  <a:pt x="463550" y="52006"/>
                </a:lnTo>
                <a:lnTo>
                  <a:pt x="457384" y="48377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03"/>
                </a:lnTo>
                <a:lnTo>
                  <a:pt x="367664" y="7048"/>
                </a:lnTo>
                <a:lnTo>
                  <a:pt x="368681" y="10947"/>
                </a:lnTo>
                <a:lnTo>
                  <a:pt x="438571" y="52006"/>
                </a:lnTo>
                <a:lnTo>
                  <a:pt x="438233" y="52006"/>
                </a:lnTo>
                <a:lnTo>
                  <a:pt x="447801" y="46469"/>
                </a:lnTo>
                <a:lnTo>
                  <a:pt x="454141" y="46469"/>
                </a:lnTo>
                <a:lnTo>
                  <a:pt x="375157" y="0"/>
                </a:lnTo>
                <a:close/>
              </a:path>
              <a:path w="463550" h="103504">
                <a:moveTo>
                  <a:pt x="454533" y="45618"/>
                </a:moveTo>
                <a:lnTo>
                  <a:pt x="452695" y="45618"/>
                </a:lnTo>
                <a:lnTo>
                  <a:pt x="457023" y="48165"/>
                </a:lnTo>
                <a:lnTo>
                  <a:pt x="454533" y="45618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34670"/>
            <a:ext cx="7294880" cy="469328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2069" indent="-343535">
              <a:lnSpc>
                <a:spcPts val="1839"/>
              </a:lnSpc>
              <a:spcBef>
                <a:spcPts val="330"/>
              </a:spcBef>
              <a:buClr>
                <a:srgbClr val="90C225"/>
              </a:buClr>
              <a:buSzPct val="79411"/>
              <a:buFont typeface="Wingdings"/>
              <a:buChar char="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b="1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ARRAY:</a:t>
            </a:r>
            <a:r>
              <a:rPr sz="17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array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class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7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of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allowed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sequences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integer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range(0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256)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where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inclusive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256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exclusive.</a:t>
            </a:r>
            <a:endParaRPr sz="1700">
              <a:latin typeface="Trebuchet MS"/>
              <a:cs typeface="Trebuchet MS"/>
            </a:endParaRPr>
          </a:p>
          <a:p>
            <a:pPr marL="355600" marR="5080" indent="-343535">
              <a:lnSpc>
                <a:spcPts val="1839"/>
              </a:lnSpc>
              <a:spcBef>
                <a:spcPts val="985"/>
              </a:spcBef>
              <a:buClr>
                <a:srgbClr val="90C225"/>
              </a:buClr>
              <a:buSzPct val="79411"/>
              <a:buFont typeface="Wingdings"/>
              <a:buChar char=""/>
              <a:tabLst>
                <a:tab pos="355600" algn="l"/>
                <a:tab pos="639572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functionality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array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exactly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similar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but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object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array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datatype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404040"/>
                </a:solidFill>
                <a:latin typeface="Trebuchet MS"/>
                <a:cs typeface="Trebuchet MS"/>
              </a:rPr>
              <a:t>mutable.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L2=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bytearray(L1)</a:t>
            </a:r>
            <a:endParaRPr sz="1700">
              <a:latin typeface="Trebuchet MS"/>
              <a:cs typeface="Trebuchet MS"/>
            </a:endParaRPr>
          </a:p>
          <a:p>
            <a:pPr marL="468630">
              <a:lnSpc>
                <a:spcPct val="100000"/>
              </a:lnSpc>
              <a:spcBef>
                <a:spcPts val="8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L2[1]=3</a:t>
            </a:r>
            <a:endParaRPr sz="1700">
              <a:latin typeface="Trebuchet MS"/>
              <a:cs typeface="Trebuchet MS"/>
            </a:endParaRPr>
          </a:p>
          <a:p>
            <a:pPr marL="468630">
              <a:lnSpc>
                <a:spcPct val="100000"/>
              </a:lnSpc>
              <a:spcBef>
                <a:spcPts val="795"/>
              </a:spcBef>
              <a:tabLst>
                <a:tab pos="3009265" algn="l"/>
                <a:tab pos="398589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print(L2,type(l2))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[2,3,5,6]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&lt;byte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array&gt;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lr>
                <a:srgbClr val="90C225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Slicing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allowed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byte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array.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700">
              <a:latin typeface="Trebuchet MS"/>
              <a:cs typeface="Trebuchet MS"/>
            </a:endParaRPr>
          </a:p>
          <a:p>
            <a:pPr marL="355600" marR="85725" indent="-343535">
              <a:lnSpc>
                <a:spcPts val="1839"/>
              </a:lnSpc>
              <a:buClr>
                <a:srgbClr val="90C225"/>
              </a:buClr>
              <a:buSzPct val="79411"/>
              <a:buFont typeface="Wingdings"/>
              <a:buChar char="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RANGE</a:t>
            </a:r>
            <a:r>
              <a:rPr sz="17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55" dirty="0">
                <a:solidFill>
                  <a:srgbClr val="404040"/>
                </a:solidFill>
                <a:latin typeface="Trebuchet MS"/>
                <a:cs typeface="Trebuchet MS"/>
              </a:rPr>
              <a:t>DATATYPE:</a:t>
            </a:r>
            <a:r>
              <a:rPr sz="17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Range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7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purpose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datatype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sequences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mapping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equal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interval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immutable.</a:t>
            </a:r>
            <a:endParaRPr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90C225"/>
              </a:buClr>
              <a:buSzPct val="79411"/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There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three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ways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define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range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2772" y="5202834"/>
            <a:ext cx="1675764" cy="74485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890"/>
              </a:spcBef>
              <a:tabLst>
                <a:tab pos="400685" algn="l"/>
              </a:tabLst>
            </a:pPr>
            <a:r>
              <a:rPr sz="1700" spc="-25" dirty="0">
                <a:solidFill>
                  <a:srgbClr val="90C225"/>
                </a:solidFill>
                <a:latin typeface="Trebuchet MS"/>
                <a:cs typeface="Trebuchet MS"/>
              </a:rPr>
              <a:t>i)</a:t>
            </a:r>
            <a:r>
              <a:rPr sz="170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Range(value)</a:t>
            </a:r>
            <a:endParaRPr sz="1700">
              <a:latin typeface="Trebuchet MS"/>
              <a:cs typeface="Trebuchet MS"/>
            </a:endParaRPr>
          </a:p>
          <a:p>
            <a:pPr marR="67310" algn="r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range(5)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8101" y="5202834"/>
            <a:ext cx="2611755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3555" marR="5080" indent="-6350">
              <a:lnSpc>
                <a:spcPct val="1388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positive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integer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value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[0,1,2,3,4]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stars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08250" y="2769107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5">
                <a:moveTo>
                  <a:pt x="590880" y="51815"/>
                </a:moveTo>
                <a:lnTo>
                  <a:pt x="587484" y="53720"/>
                </a:lnTo>
                <a:lnTo>
                  <a:pt x="520826" y="92328"/>
                </a:lnTo>
                <a:lnTo>
                  <a:pt x="519811" y="96265"/>
                </a:lnTo>
                <a:lnTo>
                  <a:pt x="523367" y="102362"/>
                </a:lnTo>
                <a:lnTo>
                  <a:pt x="527176" y="103377"/>
                </a:lnTo>
                <a:lnTo>
                  <a:pt x="606547" y="57276"/>
                </a:lnTo>
                <a:lnTo>
                  <a:pt x="600201" y="57276"/>
                </a:lnTo>
                <a:lnTo>
                  <a:pt x="590880" y="51815"/>
                </a:lnTo>
                <a:close/>
              </a:path>
              <a:path w="615950" h="103505">
                <a:moveTo>
                  <a:pt x="6350" y="43941"/>
                </a:moveTo>
                <a:lnTo>
                  <a:pt x="2920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3" y="56641"/>
                </a:lnTo>
                <a:lnTo>
                  <a:pt x="606806" y="58165"/>
                </a:lnTo>
                <a:lnTo>
                  <a:pt x="579810" y="58165"/>
                </a:lnTo>
                <a:lnTo>
                  <a:pt x="590773" y="51815"/>
                </a:lnTo>
                <a:lnTo>
                  <a:pt x="585028" y="48387"/>
                </a:lnTo>
                <a:lnTo>
                  <a:pt x="580042" y="45465"/>
                </a:lnTo>
                <a:lnTo>
                  <a:pt x="603376" y="45465"/>
                </a:lnTo>
                <a:lnTo>
                  <a:pt x="6350" y="43941"/>
                </a:lnTo>
                <a:close/>
              </a:path>
              <a:path w="615950" h="103505">
                <a:moveTo>
                  <a:pt x="609571" y="55520"/>
                </a:moveTo>
                <a:lnTo>
                  <a:pt x="605017" y="58165"/>
                </a:lnTo>
                <a:lnTo>
                  <a:pt x="606806" y="58165"/>
                </a:lnTo>
                <a:lnTo>
                  <a:pt x="609571" y="55520"/>
                </a:lnTo>
                <a:close/>
              </a:path>
              <a:path w="615950" h="103505">
                <a:moveTo>
                  <a:pt x="600201" y="46354"/>
                </a:moveTo>
                <a:lnTo>
                  <a:pt x="596693" y="48387"/>
                </a:lnTo>
                <a:lnTo>
                  <a:pt x="590880" y="51815"/>
                </a:lnTo>
                <a:lnTo>
                  <a:pt x="600201" y="57276"/>
                </a:lnTo>
                <a:lnTo>
                  <a:pt x="600201" y="46354"/>
                </a:lnTo>
                <a:close/>
              </a:path>
              <a:path w="615950" h="103505">
                <a:moveTo>
                  <a:pt x="606621" y="46354"/>
                </a:moveTo>
                <a:lnTo>
                  <a:pt x="600201" y="46354"/>
                </a:lnTo>
                <a:lnTo>
                  <a:pt x="600201" y="57276"/>
                </a:lnTo>
                <a:lnTo>
                  <a:pt x="606547" y="57276"/>
                </a:lnTo>
                <a:lnTo>
                  <a:pt x="609571" y="55520"/>
                </a:lnTo>
                <a:lnTo>
                  <a:pt x="609726" y="55520"/>
                </a:lnTo>
                <a:lnTo>
                  <a:pt x="609726" y="48387"/>
                </a:lnTo>
                <a:lnTo>
                  <a:pt x="609261" y="47900"/>
                </a:lnTo>
                <a:lnTo>
                  <a:pt x="606621" y="46354"/>
                </a:lnTo>
                <a:close/>
              </a:path>
              <a:path w="615950" h="103505">
                <a:moveTo>
                  <a:pt x="609261" y="47900"/>
                </a:moveTo>
                <a:lnTo>
                  <a:pt x="609726" y="48387"/>
                </a:lnTo>
                <a:lnTo>
                  <a:pt x="609726" y="55520"/>
                </a:lnTo>
                <a:lnTo>
                  <a:pt x="609571" y="55520"/>
                </a:lnTo>
                <a:lnTo>
                  <a:pt x="615950" y="51815"/>
                </a:lnTo>
                <a:lnTo>
                  <a:pt x="609261" y="47900"/>
                </a:lnTo>
                <a:close/>
              </a:path>
              <a:path w="615950" h="103505">
                <a:moveTo>
                  <a:pt x="527431" y="0"/>
                </a:moveTo>
                <a:lnTo>
                  <a:pt x="523620" y="1015"/>
                </a:lnTo>
                <a:lnTo>
                  <a:pt x="521843" y="3937"/>
                </a:lnTo>
                <a:lnTo>
                  <a:pt x="520064" y="6984"/>
                </a:lnTo>
                <a:lnTo>
                  <a:pt x="521081" y="10921"/>
                </a:lnTo>
                <a:lnTo>
                  <a:pt x="590880" y="51815"/>
                </a:lnTo>
                <a:lnTo>
                  <a:pt x="596693" y="48387"/>
                </a:lnTo>
                <a:lnTo>
                  <a:pt x="600201" y="46354"/>
                </a:lnTo>
                <a:lnTo>
                  <a:pt x="606621" y="46354"/>
                </a:lnTo>
                <a:lnTo>
                  <a:pt x="527431" y="0"/>
                </a:lnTo>
                <a:close/>
              </a:path>
              <a:path w="615950" h="103505">
                <a:moveTo>
                  <a:pt x="606932" y="45465"/>
                </a:moveTo>
                <a:lnTo>
                  <a:pt x="605103" y="45465"/>
                </a:lnTo>
                <a:lnTo>
                  <a:pt x="609261" y="47900"/>
                </a:lnTo>
                <a:lnTo>
                  <a:pt x="6069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79650" y="5436108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4">
                <a:moveTo>
                  <a:pt x="590880" y="51815"/>
                </a:moveTo>
                <a:lnTo>
                  <a:pt x="587484" y="53720"/>
                </a:lnTo>
                <a:lnTo>
                  <a:pt x="520826" y="92328"/>
                </a:lnTo>
                <a:lnTo>
                  <a:pt x="519811" y="96265"/>
                </a:lnTo>
                <a:lnTo>
                  <a:pt x="523367" y="102361"/>
                </a:lnTo>
                <a:lnTo>
                  <a:pt x="527176" y="103377"/>
                </a:lnTo>
                <a:lnTo>
                  <a:pt x="606547" y="57276"/>
                </a:lnTo>
                <a:lnTo>
                  <a:pt x="600201" y="57276"/>
                </a:lnTo>
                <a:lnTo>
                  <a:pt x="590880" y="51815"/>
                </a:lnTo>
                <a:close/>
              </a:path>
              <a:path w="615950" h="103504">
                <a:moveTo>
                  <a:pt x="6350" y="43941"/>
                </a:moveTo>
                <a:lnTo>
                  <a:pt x="2920" y="43941"/>
                </a:lnTo>
                <a:lnTo>
                  <a:pt x="0" y="46735"/>
                </a:lnTo>
                <a:lnTo>
                  <a:pt x="0" y="53720"/>
                </a:lnTo>
                <a:lnTo>
                  <a:pt x="2793" y="56641"/>
                </a:lnTo>
                <a:lnTo>
                  <a:pt x="606805" y="58165"/>
                </a:lnTo>
                <a:lnTo>
                  <a:pt x="579810" y="58165"/>
                </a:lnTo>
                <a:lnTo>
                  <a:pt x="590773" y="51815"/>
                </a:lnTo>
                <a:lnTo>
                  <a:pt x="585028" y="48386"/>
                </a:lnTo>
                <a:lnTo>
                  <a:pt x="580042" y="45465"/>
                </a:lnTo>
                <a:lnTo>
                  <a:pt x="603376" y="45465"/>
                </a:lnTo>
                <a:lnTo>
                  <a:pt x="6350" y="43941"/>
                </a:lnTo>
                <a:close/>
              </a:path>
              <a:path w="615950" h="103504">
                <a:moveTo>
                  <a:pt x="609571" y="55520"/>
                </a:moveTo>
                <a:lnTo>
                  <a:pt x="605017" y="58165"/>
                </a:lnTo>
                <a:lnTo>
                  <a:pt x="606806" y="58165"/>
                </a:lnTo>
                <a:lnTo>
                  <a:pt x="609571" y="55520"/>
                </a:lnTo>
                <a:close/>
              </a:path>
              <a:path w="615950" h="103504">
                <a:moveTo>
                  <a:pt x="600201" y="46354"/>
                </a:moveTo>
                <a:lnTo>
                  <a:pt x="596693" y="48386"/>
                </a:lnTo>
                <a:lnTo>
                  <a:pt x="590880" y="51815"/>
                </a:lnTo>
                <a:lnTo>
                  <a:pt x="600201" y="57276"/>
                </a:lnTo>
                <a:lnTo>
                  <a:pt x="600201" y="46354"/>
                </a:lnTo>
                <a:close/>
              </a:path>
              <a:path w="615950" h="103504">
                <a:moveTo>
                  <a:pt x="606621" y="46354"/>
                </a:moveTo>
                <a:lnTo>
                  <a:pt x="600201" y="46354"/>
                </a:lnTo>
                <a:lnTo>
                  <a:pt x="600201" y="57276"/>
                </a:lnTo>
                <a:lnTo>
                  <a:pt x="606547" y="57276"/>
                </a:lnTo>
                <a:lnTo>
                  <a:pt x="609571" y="55520"/>
                </a:lnTo>
                <a:lnTo>
                  <a:pt x="609726" y="55520"/>
                </a:lnTo>
                <a:lnTo>
                  <a:pt x="609726" y="48386"/>
                </a:lnTo>
                <a:lnTo>
                  <a:pt x="609261" y="47900"/>
                </a:lnTo>
                <a:lnTo>
                  <a:pt x="606621" y="46354"/>
                </a:lnTo>
                <a:close/>
              </a:path>
              <a:path w="615950" h="103504">
                <a:moveTo>
                  <a:pt x="609261" y="47900"/>
                </a:moveTo>
                <a:lnTo>
                  <a:pt x="609726" y="48386"/>
                </a:lnTo>
                <a:lnTo>
                  <a:pt x="609726" y="55520"/>
                </a:lnTo>
                <a:lnTo>
                  <a:pt x="609571" y="55520"/>
                </a:lnTo>
                <a:lnTo>
                  <a:pt x="615950" y="51815"/>
                </a:lnTo>
                <a:lnTo>
                  <a:pt x="609261" y="47900"/>
                </a:lnTo>
                <a:close/>
              </a:path>
              <a:path w="615950" h="103504">
                <a:moveTo>
                  <a:pt x="527431" y="0"/>
                </a:moveTo>
                <a:lnTo>
                  <a:pt x="523620" y="1015"/>
                </a:lnTo>
                <a:lnTo>
                  <a:pt x="521843" y="3936"/>
                </a:lnTo>
                <a:lnTo>
                  <a:pt x="520064" y="6984"/>
                </a:lnTo>
                <a:lnTo>
                  <a:pt x="521081" y="10921"/>
                </a:lnTo>
                <a:lnTo>
                  <a:pt x="590880" y="51815"/>
                </a:lnTo>
                <a:lnTo>
                  <a:pt x="596693" y="48386"/>
                </a:lnTo>
                <a:lnTo>
                  <a:pt x="600201" y="46354"/>
                </a:lnTo>
                <a:lnTo>
                  <a:pt x="606621" y="46354"/>
                </a:lnTo>
                <a:lnTo>
                  <a:pt x="527431" y="0"/>
                </a:lnTo>
                <a:close/>
              </a:path>
              <a:path w="615950" h="103504">
                <a:moveTo>
                  <a:pt x="606932" y="45465"/>
                </a:moveTo>
                <a:lnTo>
                  <a:pt x="605103" y="45465"/>
                </a:lnTo>
                <a:lnTo>
                  <a:pt x="609261" y="47900"/>
                </a:lnTo>
                <a:lnTo>
                  <a:pt x="6069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9650" y="5740857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4">
                <a:moveTo>
                  <a:pt x="600201" y="46405"/>
                </a:moveTo>
                <a:lnTo>
                  <a:pt x="520826" y="92417"/>
                </a:lnTo>
                <a:lnTo>
                  <a:pt x="519811" y="96304"/>
                </a:lnTo>
                <a:lnTo>
                  <a:pt x="523367" y="102362"/>
                </a:lnTo>
                <a:lnTo>
                  <a:pt x="527176" y="103403"/>
                </a:lnTo>
                <a:lnTo>
                  <a:pt x="606553" y="57378"/>
                </a:lnTo>
                <a:lnTo>
                  <a:pt x="600201" y="57378"/>
                </a:lnTo>
                <a:lnTo>
                  <a:pt x="590917" y="51930"/>
                </a:lnTo>
                <a:lnTo>
                  <a:pt x="600201" y="51930"/>
                </a:lnTo>
                <a:lnTo>
                  <a:pt x="600201" y="46405"/>
                </a:lnTo>
                <a:close/>
              </a:path>
              <a:path w="615950" h="103504">
                <a:moveTo>
                  <a:pt x="6350" y="43992"/>
                </a:moveTo>
                <a:lnTo>
                  <a:pt x="2907" y="43992"/>
                </a:lnTo>
                <a:lnTo>
                  <a:pt x="0" y="46812"/>
                </a:lnTo>
                <a:lnTo>
                  <a:pt x="0" y="53835"/>
                </a:lnTo>
                <a:lnTo>
                  <a:pt x="2806" y="56692"/>
                </a:lnTo>
                <a:lnTo>
                  <a:pt x="606805" y="58254"/>
                </a:lnTo>
                <a:lnTo>
                  <a:pt x="579761" y="58254"/>
                </a:lnTo>
                <a:lnTo>
                  <a:pt x="590671" y="51930"/>
                </a:lnTo>
                <a:lnTo>
                  <a:pt x="590917" y="51930"/>
                </a:lnTo>
                <a:lnTo>
                  <a:pt x="580053" y="45554"/>
                </a:lnTo>
                <a:lnTo>
                  <a:pt x="608270" y="45554"/>
                </a:lnTo>
                <a:lnTo>
                  <a:pt x="6350" y="43992"/>
                </a:lnTo>
                <a:close/>
              </a:path>
              <a:path w="615950" h="103504">
                <a:moveTo>
                  <a:pt x="609429" y="55710"/>
                </a:moveTo>
                <a:lnTo>
                  <a:pt x="605042" y="58254"/>
                </a:lnTo>
                <a:lnTo>
                  <a:pt x="606806" y="58254"/>
                </a:lnTo>
                <a:lnTo>
                  <a:pt x="609429" y="55710"/>
                </a:lnTo>
                <a:close/>
              </a:path>
              <a:path w="615950" h="103504">
                <a:moveTo>
                  <a:pt x="600201" y="51930"/>
                </a:moveTo>
                <a:lnTo>
                  <a:pt x="590917" y="51930"/>
                </a:lnTo>
                <a:lnTo>
                  <a:pt x="600201" y="57378"/>
                </a:lnTo>
                <a:lnTo>
                  <a:pt x="600201" y="51930"/>
                </a:lnTo>
                <a:close/>
              </a:path>
              <a:path w="615950" h="103504">
                <a:moveTo>
                  <a:pt x="606537" y="46405"/>
                </a:moveTo>
                <a:lnTo>
                  <a:pt x="600201" y="46405"/>
                </a:lnTo>
                <a:lnTo>
                  <a:pt x="600201" y="57378"/>
                </a:lnTo>
                <a:lnTo>
                  <a:pt x="606553" y="57378"/>
                </a:lnTo>
                <a:lnTo>
                  <a:pt x="609429" y="55710"/>
                </a:lnTo>
                <a:lnTo>
                  <a:pt x="609607" y="55539"/>
                </a:lnTo>
                <a:lnTo>
                  <a:pt x="609740" y="53835"/>
                </a:lnTo>
                <a:lnTo>
                  <a:pt x="609785" y="48312"/>
                </a:lnTo>
                <a:lnTo>
                  <a:pt x="606537" y="46405"/>
                </a:lnTo>
                <a:close/>
              </a:path>
              <a:path w="615950" h="103504">
                <a:moveTo>
                  <a:pt x="609785" y="48312"/>
                </a:moveTo>
                <a:lnTo>
                  <a:pt x="609726" y="55539"/>
                </a:lnTo>
                <a:lnTo>
                  <a:pt x="615950" y="51930"/>
                </a:lnTo>
                <a:lnTo>
                  <a:pt x="609785" y="48312"/>
                </a:lnTo>
                <a:close/>
              </a:path>
              <a:path w="615950" h="103504">
                <a:moveTo>
                  <a:pt x="527431" y="0"/>
                </a:moveTo>
                <a:lnTo>
                  <a:pt x="523620" y="1003"/>
                </a:lnTo>
                <a:lnTo>
                  <a:pt x="520064" y="7061"/>
                </a:lnTo>
                <a:lnTo>
                  <a:pt x="521081" y="10947"/>
                </a:lnTo>
                <a:lnTo>
                  <a:pt x="590917" y="51930"/>
                </a:lnTo>
                <a:lnTo>
                  <a:pt x="590671" y="51930"/>
                </a:lnTo>
                <a:lnTo>
                  <a:pt x="600201" y="46405"/>
                </a:lnTo>
                <a:lnTo>
                  <a:pt x="606537" y="46405"/>
                </a:lnTo>
                <a:lnTo>
                  <a:pt x="527431" y="0"/>
                </a:lnTo>
                <a:close/>
              </a:path>
              <a:path w="615950" h="103504">
                <a:moveTo>
                  <a:pt x="606932" y="45554"/>
                </a:moveTo>
                <a:lnTo>
                  <a:pt x="605087" y="45554"/>
                </a:lnTo>
                <a:lnTo>
                  <a:pt x="609418" y="48096"/>
                </a:lnTo>
                <a:lnTo>
                  <a:pt x="606932" y="45554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434696"/>
            <a:ext cx="6974205" cy="146558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45440" indent="-267335">
              <a:lnSpc>
                <a:spcPct val="100000"/>
              </a:lnSpc>
              <a:spcBef>
                <a:spcPts val="890"/>
              </a:spcBef>
              <a:buClr>
                <a:srgbClr val="90C225"/>
              </a:buClr>
              <a:buFont typeface="Trebuchet MS"/>
              <a:buAutoNum type="romanLcParenR" startAt="2"/>
              <a:tabLst>
                <a:tab pos="345440" algn="l"/>
                <a:tab pos="282194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Range(start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end)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starts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start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ends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end-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2117725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range(2,7)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[2,3,4,5,6]</a:t>
            </a:r>
            <a:endParaRPr sz="1700">
              <a:latin typeface="Trebuchet MS"/>
              <a:cs typeface="Trebuchet MS"/>
            </a:endParaRPr>
          </a:p>
          <a:p>
            <a:pPr marL="341630" indent="-328930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AutoNum type="romanLcParenR" startAt="3"/>
              <a:tabLst>
                <a:tab pos="341630" algn="l"/>
                <a:tab pos="324421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Range(start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end,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step)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step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gap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between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numbers.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246380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Range(2,10,2)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[2,4,6,8]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2233397"/>
            <a:ext cx="2791460" cy="29095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02590">
              <a:lnSpc>
                <a:spcPct val="100000"/>
              </a:lnSpc>
              <a:spcBef>
                <a:spcPts val="9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r=range(6)</a:t>
            </a:r>
            <a:endParaRPr sz="1700">
              <a:latin typeface="Trebuchet MS"/>
              <a:cs typeface="Trebuchet MS"/>
            </a:endParaRPr>
          </a:p>
          <a:p>
            <a:pPr marL="402590">
              <a:lnSpc>
                <a:spcPct val="100000"/>
              </a:lnSpc>
              <a:spcBef>
                <a:spcPts val="805"/>
              </a:spcBef>
              <a:tabLst>
                <a:tab pos="176593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print(r)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range(0,6)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122045" algn="l"/>
              </a:tabLst>
            </a:pP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LOOPING: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r:</a:t>
            </a:r>
            <a:endParaRPr sz="1700">
              <a:latin typeface="Trebuchet MS"/>
              <a:cs typeface="Trebuchet MS"/>
            </a:endParaRPr>
          </a:p>
          <a:p>
            <a:pPr marL="12700" marR="217804" indent="1496695">
              <a:lnSpc>
                <a:spcPct val="138800"/>
              </a:lnSpc>
              <a:spcBef>
                <a:spcPts val="1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print(r)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Write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table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code: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range(1,11):</a:t>
            </a:r>
            <a:endParaRPr sz="1700">
              <a:latin typeface="Trebuchet MS"/>
              <a:cs typeface="Trebuchet MS"/>
            </a:endParaRPr>
          </a:p>
          <a:p>
            <a:pPr marL="142240">
              <a:lnSpc>
                <a:spcPct val="100000"/>
              </a:lnSpc>
              <a:spcBef>
                <a:spcPts val="8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print(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num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,‘x’</a:t>
            </a:r>
            <a:r>
              <a:rPr sz="17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a=‘num*a)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0264" y="3776852"/>
            <a:ext cx="10991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0,1,2,3,4,5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8109" y="4394682"/>
            <a:ext cx="2680335" cy="748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range(1,11):</a:t>
            </a:r>
            <a:endParaRPr sz="1700">
              <a:latin typeface="Trebuchet MS"/>
              <a:cs typeface="Trebuchet MS"/>
            </a:endParaRPr>
          </a:p>
          <a:p>
            <a:pPr marL="426084">
              <a:lnSpc>
                <a:spcPct val="100000"/>
              </a:lnSpc>
              <a:spcBef>
                <a:spcPts val="8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print(5,’x’,a,’=‘num*a)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475528"/>
            <a:ext cx="3405504" cy="748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122428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print(5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‘*’</a:t>
            </a:r>
            <a:r>
              <a:rPr sz="17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‘=‘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5*i)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print(“{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}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*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{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}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={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}”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.format(5,i,5*i)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18282" y="6353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14627" y="51911"/>
                </a:moveTo>
                <a:lnTo>
                  <a:pt x="444627" y="92456"/>
                </a:lnTo>
                <a:lnTo>
                  <a:pt x="443611" y="96393"/>
                </a:lnTo>
                <a:lnTo>
                  <a:pt x="445389" y="99314"/>
                </a:lnTo>
                <a:lnTo>
                  <a:pt x="447040" y="102362"/>
                </a:lnTo>
                <a:lnTo>
                  <a:pt x="450977" y="103505"/>
                </a:lnTo>
                <a:lnTo>
                  <a:pt x="530543" y="57404"/>
                </a:lnTo>
                <a:lnTo>
                  <a:pt x="524002" y="57404"/>
                </a:lnTo>
                <a:lnTo>
                  <a:pt x="514627" y="51911"/>
                </a:lnTo>
                <a:close/>
              </a:path>
              <a:path w="539750" h="103504">
                <a:moveTo>
                  <a:pt x="6350" y="44069"/>
                </a:moveTo>
                <a:lnTo>
                  <a:pt x="2793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627" y="51911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4">
                <a:moveTo>
                  <a:pt x="533058" y="55946"/>
                </a:moveTo>
                <a:lnTo>
                  <a:pt x="529009" y="58293"/>
                </a:lnTo>
                <a:lnTo>
                  <a:pt x="530606" y="58293"/>
                </a:lnTo>
                <a:lnTo>
                  <a:pt x="533058" y="55946"/>
                </a:lnTo>
                <a:close/>
              </a:path>
              <a:path w="539750" h="103504">
                <a:moveTo>
                  <a:pt x="524002" y="46482"/>
                </a:moveTo>
                <a:lnTo>
                  <a:pt x="514627" y="51911"/>
                </a:lnTo>
                <a:lnTo>
                  <a:pt x="524002" y="57404"/>
                </a:lnTo>
                <a:lnTo>
                  <a:pt x="524002" y="46482"/>
                </a:lnTo>
                <a:close/>
              </a:path>
              <a:path w="539750" h="103504">
                <a:moveTo>
                  <a:pt x="530253" y="46482"/>
                </a:moveTo>
                <a:lnTo>
                  <a:pt x="524002" y="46482"/>
                </a:lnTo>
                <a:lnTo>
                  <a:pt x="524002" y="57404"/>
                </a:lnTo>
                <a:lnTo>
                  <a:pt x="530543" y="57404"/>
                </a:lnTo>
                <a:lnTo>
                  <a:pt x="533058" y="55946"/>
                </a:lnTo>
                <a:lnTo>
                  <a:pt x="533527" y="55499"/>
                </a:lnTo>
                <a:lnTo>
                  <a:pt x="533527" y="48514"/>
                </a:lnTo>
                <a:lnTo>
                  <a:pt x="533295" y="48272"/>
                </a:lnTo>
                <a:lnTo>
                  <a:pt x="530253" y="46482"/>
                </a:lnTo>
                <a:close/>
              </a:path>
              <a:path w="539750" h="103504">
                <a:moveTo>
                  <a:pt x="533295" y="48272"/>
                </a:moveTo>
                <a:lnTo>
                  <a:pt x="533527" y="48514"/>
                </a:lnTo>
                <a:lnTo>
                  <a:pt x="533527" y="55499"/>
                </a:lnTo>
                <a:lnTo>
                  <a:pt x="533058" y="55946"/>
                </a:lnTo>
                <a:lnTo>
                  <a:pt x="539750" y="52070"/>
                </a:lnTo>
                <a:lnTo>
                  <a:pt x="533295" y="48272"/>
                </a:lnTo>
                <a:close/>
              </a:path>
              <a:path w="539750" h="103504">
                <a:moveTo>
                  <a:pt x="451231" y="0"/>
                </a:moveTo>
                <a:lnTo>
                  <a:pt x="447421" y="1016"/>
                </a:lnTo>
                <a:lnTo>
                  <a:pt x="443865" y="7112"/>
                </a:lnTo>
                <a:lnTo>
                  <a:pt x="444881" y="11049"/>
                </a:lnTo>
                <a:lnTo>
                  <a:pt x="514627" y="51911"/>
                </a:lnTo>
                <a:lnTo>
                  <a:pt x="524002" y="46482"/>
                </a:lnTo>
                <a:lnTo>
                  <a:pt x="530253" y="46482"/>
                </a:lnTo>
                <a:lnTo>
                  <a:pt x="451231" y="0"/>
                </a:lnTo>
                <a:close/>
              </a:path>
              <a:path w="539750" h="103504">
                <a:moveTo>
                  <a:pt x="530733" y="45593"/>
                </a:moveTo>
                <a:lnTo>
                  <a:pt x="528742" y="45593"/>
                </a:lnTo>
                <a:lnTo>
                  <a:pt x="533295" y="48272"/>
                </a:lnTo>
                <a:lnTo>
                  <a:pt x="5307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1050" y="1017905"/>
            <a:ext cx="387350" cy="103505"/>
          </a:xfrm>
          <a:custGeom>
            <a:avLst/>
            <a:gdLst/>
            <a:ahLst/>
            <a:cxnLst/>
            <a:rect l="l" t="t" r="r" b="b"/>
            <a:pathLst>
              <a:path w="387350" h="103505">
                <a:moveTo>
                  <a:pt x="371601" y="46482"/>
                </a:moveTo>
                <a:lnTo>
                  <a:pt x="292226" y="92456"/>
                </a:lnTo>
                <a:lnTo>
                  <a:pt x="291083" y="96266"/>
                </a:lnTo>
                <a:lnTo>
                  <a:pt x="294639" y="102362"/>
                </a:lnTo>
                <a:lnTo>
                  <a:pt x="298576" y="103378"/>
                </a:lnTo>
                <a:lnTo>
                  <a:pt x="377898" y="57531"/>
                </a:lnTo>
                <a:lnTo>
                  <a:pt x="371601" y="57531"/>
                </a:lnTo>
                <a:lnTo>
                  <a:pt x="362335" y="52070"/>
                </a:lnTo>
                <a:lnTo>
                  <a:pt x="371601" y="52070"/>
                </a:lnTo>
                <a:lnTo>
                  <a:pt x="371601" y="46482"/>
                </a:lnTo>
                <a:close/>
              </a:path>
              <a:path w="3873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374777" y="58420"/>
                </a:lnTo>
                <a:lnTo>
                  <a:pt x="350990" y="58420"/>
                </a:lnTo>
                <a:lnTo>
                  <a:pt x="361954" y="52070"/>
                </a:lnTo>
                <a:lnTo>
                  <a:pt x="362335" y="52070"/>
                </a:lnTo>
                <a:lnTo>
                  <a:pt x="351560" y="45720"/>
                </a:lnTo>
                <a:lnTo>
                  <a:pt x="374777" y="45720"/>
                </a:lnTo>
                <a:lnTo>
                  <a:pt x="6350" y="44069"/>
                </a:lnTo>
                <a:close/>
              </a:path>
              <a:path w="387350" h="103505">
                <a:moveTo>
                  <a:pt x="381083" y="55665"/>
                </a:moveTo>
                <a:lnTo>
                  <a:pt x="379217" y="56769"/>
                </a:lnTo>
                <a:lnTo>
                  <a:pt x="376359" y="58420"/>
                </a:lnTo>
                <a:lnTo>
                  <a:pt x="378206" y="58420"/>
                </a:lnTo>
                <a:lnTo>
                  <a:pt x="381083" y="55665"/>
                </a:lnTo>
                <a:close/>
              </a:path>
              <a:path w="387350" h="103505">
                <a:moveTo>
                  <a:pt x="371601" y="52070"/>
                </a:moveTo>
                <a:lnTo>
                  <a:pt x="362335" y="52070"/>
                </a:lnTo>
                <a:lnTo>
                  <a:pt x="371601" y="57531"/>
                </a:lnTo>
                <a:lnTo>
                  <a:pt x="371601" y="52070"/>
                </a:lnTo>
                <a:close/>
              </a:path>
              <a:path w="387350" h="103505">
                <a:moveTo>
                  <a:pt x="377867" y="46482"/>
                </a:moveTo>
                <a:lnTo>
                  <a:pt x="371601" y="46482"/>
                </a:lnTo>
                <a:lnTo>
                  <a:pt x="371601" y="57531"/>
                </a:lnTo>
                <a:lnTo>
                  <a:pt x="377898" y="57531"/>
                </a:lnTo>
                <a:lnTo>
                  <a:pt x="381126" y="55665"/>
                </a:lnTo>
                <a:lnTo>
                  <a:pt x="381126" y="48514"/>
                </a:lnTo>
                <a:lnTo>
                  <a:pt x="380856" y="48243"/>
                </a:lnTo>
                <a:lnTo>
                  <a:pt x="377867" y="46482"/>
                </a:lnTo>
                <a:close/>
              </a:path>
              <a:path w="387350" h="103505">
                <a:moveTo>
                  <a:pt x="380856" y="48243"/>
                </a:moveTo>
                <a:lnTo>
                  <a:pt x="381126" y="48514"/>
                </a:lnTo>
                <a:lnTo>
                  <a:pt x="381126" y="55665"/>
                </a:lnTo>
                <a:lnTo>
                  <a:pt x="387350" y="52070"/>
                </a:lnTo>
                <a:lnTo>
                  <a:pt x="380856" y="48243"/>
                </a:lnTo>
                <a:close/>
              </a:path>
              <a:path w="387350" h="103505">
                <a:moveTo>
                  <a:pt x="298957" y="0"/>
                </a:moveTo>
                <a:lnTo>
                  <a:pt x="295020" y="1016"/>
                </a:lnTo>
                <a:lnTo>
                  <a:pt x="291464" y="7112"/>
                </a:lnTo>
                <a:lnTo>
                  <a:pt x="292481" y="10922"/>
                </a:lnTo>
                <a:lnTo>
                  <a:pt x="362335" y="52070"/>
                </a:lnTo>
                <a:lnTo>
                  <a:pt x="361954" y="52070"/>
                </a:lnTo>
                <a:lnTo>
                  <a:pt x="371601" y="46482"/>
                </a:lnTo>
                <a:lnTo>
                  <a:pt x="377867" y="46482"/>
                </a:lnTo>
                <a:lnTo>
                  <a:pt x="298957" y="0"/>
                </a:lnTo>
                <a:close/>
              </a:path>
              <a:path w="387350" h="103505">
                <a:moveTo>
                  <a:pt x="378332" y="45720"/>
                </a:moveTo>
                <a:lnTo>
                  <a:pt x="376574" y="45720"/>
                </a:lnTo>
                <a:lnTo>
                  <a:pt x="380856" y="48243"/>
                </a:lnTo>
                <a:lnTo>
                  <a:pt x="3783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37382" y="139573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2" y="46482"/>
                </a:moveTo>
                <a:lnTo>
                  <a:pt x="368427" y="92456"/>
                </a:lnTo>
                <a:lnTo>
                  <a:pt x="367411" y="96393"/>
                </a:lnTo>
                <a:lnTo>
                  <a:pt x="369062" y="99441"/>
                </a:lnTo>
                <a:lnTo>
                  <a:pt x="370840" y="102489"/>
                </a:lnTo>
                <a:lnTo>
                  <a:pt x="374777" y="103505"/>
                </a:lnTo>
                <a:lnTo>
                  <a:pt x="454124" y="57531"/>
                </a:lnTo>
                <a:lnTo>
                  <a:pt x="447802" y="57531"/>
                </a:lnTo>
                <a:lnTo>
                  <a:pt x="438506" y="52070"/>
                </a:lnTo>
                <a:lnTo>
                  <a:pt x="447802" y="52070"/>
                </a:lnTo>
                <a:lnTo>
                  <a:pt x="447802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793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2" y="52070"/>
                </a:moveTo>
                <a:lnTo>
                  <a:pt x="438506" y="52070"/>
                </a:lnTo>
                <a:lnTo>
                  <a:pt x="447802" y="57531"/>
                </a:lnTo>
                <a:lnTo>
                  <a:pt x="447802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2" y="46482"/>
                </a:lnTo>
                <a:lnTo>
                  <a:pt x="447802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7" y="55499"/>
                </a:lnTo>
                <a:lnTo>
                  <a:pt x="457327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7" y="48514"/>
                </a:lnTo>
                <a:lnTo>
                  <a:pt x="457327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5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2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55850" y="17021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5">
                <a:moveTo>
                  <a:pt x="457195" y="55624"/>
                </a:moveTo>
                <a:lnTo>
                  <a:pt x="452590" y="58293"/>
                </a:lnTo>
                <a:lnTo>
                  <a:pt x="454406" y="58293"/>
                </a:lnTo>
                <a:lnTo>
                  <a:pt x="457195" y="55624"/>
                </a:lnTo>
                <a:close/>
              </a:path>
              <a:path w="463550" h="103505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5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5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0050" y="28451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5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5">
                <a:moveTo>
                  <a:pt x="457195" y="55624"/>
                </a:moveTo>
                <a:lnTo>
                  <a:pt x="452590" y="58293"/>
                </a:lnTo>
                <a:lnTo>
                  <a:pt x="454406" y="58293"/>
                </a:lnTo>
                <a:lnTo>
                  <a:pt x="457195" y="55624"/>
                </a:lnTo>
                <a:close/>
              </a:path>
              <a:path w="463550" h="103505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5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5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84450" y="391198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266"/>
                </a:lnTo>
                <a:lnTo>
                  <a:pt x="369188" y="99314"/>
                </a:lnTo>
                <a:lnTo>
                  <a:pt x="370839" y="102362"/>
                </a:lnTo>
                <a:lnTo>
                  <a:pt x="374776" y="103378"/>
                </a:lnTo>
                <a:lnTo>
                  <a:pt x="454124" y="57404"/>
                </a:lnTo>
                <a:lnTo>
                  <a:pt x="447801" y="57404"/>
                </a:lnTo>
                <a:lnTo>
                  <a:pt x="438506" y="51943"/>
                </a:lnTo>
                <a:lnTo>
                  <a:pt x="447801" y="51943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454406" y="58293"/>
                </a:lnTo>
                <a:lnTo>
                  <a:pt x="427410" y="58293"/>
                </a:lnTo>
                <a:lnTo>
                  <a:pt x="438373" y="51943"/>
                </a:lnTo>
                <a:lnTo>
                  <a:pt x="438506" y="51943"/>
                </a:lnTo>
                <a:lnTo>
                  <a:pt x="427697" y="45593"/>
                </a:lnTo>
                <a:lnTo>
                  <a:pt x="450977" y="45593"/>
                </a:lnTo>
                <a:lnTo>
                  <a:pt x="6350" y="44069"/>
                </a:lnTo>
                <a:close/>
              </a:path>
              <a:path w="463550" h="103504">
                <a:moveTo>
                  <a:pt x="457195" y="55624"/>
                </a:moveTo>
                <a:lnTo>
                  <a:pt x="452590" y="58293"/>
                </a:lnTo>
                <a:lnTo>
                  <a:pt x="454406" y="58293"/>
                </a:lnTo>
                <a:lnTo>
                  <a:pt x="457195" y="55624"/>
                </a:lnTo>
                <a:close/>
              </a:path>
              <a:path w="463550" h="103504">
                <a:moveTo>
                  <a:pt x="447801" y="51943"/>
                </a:moveTo>
                <a:lnTo>
                  <a:pt x="438506" y="51943"/>
                </a:lnTo>
                <a:lnTo>
                  <a:pt x="447801" y="57404"/>
                </a:lnTo>
                <a:lnTo>
                  <a:pt x="447801" y="51943"/>
                </a:lnTo>
                <a:close/>
              </a:path>
              <a:path w="463550" h="103504">
                <a:moveTo>
                  <a:pt x="454259" y="46482"/>
                </a:moveTo>
                <a:lnTo>
                  <a:pt x="447801" y="46482"/>
                </a:lnTo>
                <a:lnTo>
                  <a:pt x="447801" y="57404"/>
                </a:lnTo>
                <a:lnTo>
                  <a:pt x="454124" y="57404"/>
                </a:lnTo>
                <a:lnTo>
                  <a:pt x="457195" y="55624"/>
                </a:lnTo>
                <a:lnTo>
                  <a:pt x="457326" y="55624"/>
                </a:lnTo>
                <a:lnTo>
                  <a:pt x="457326" y="48514"/>
                </a:lnTo>
                <a:lnTo>
                  <a:pt x="456826" y="47991"/>
                </a:lnTo>
                <a:lnTo>
                  <a:pt x="454259" y="46482"/>
                </a:lnTo>
                <a:close/>
              </a:path>
              <a:path w="463550" h="103504">
                <a:moveTo>
                  <a:pt x="456826" y="47991"/>
                </a:moveTo>
                <a:lnTo>
                  <a:pt x="457326" y="48514"/>
                </a:lnTo>
                <a:lnTo>
                  <a:pt x="457326" y="55624"/>
                </a:lnTo>
                <a:lnTo>
                  <a:pt x="457195" y="55624"/>
                </a:lnTo>
                <a:lnTo>
                  <a:pt x="463550" y="51943"/>
                </a:lnTo>
                <a:lnTo>
                  <a:pt x="456826" y="47991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0922"/>
                </a:lnTo>
                <a:lnTo>
                  <a:pt x="438506" y="51943"/>
                </a:lnTo>
                <a:lnTo>
                  <a:pt x="438373" y="51943"/>
                </a:lnTo>
                <a:lnTo>
                  <a:pt x="447801" y="46482"/>
                </a:lnTo>
                <a:lnTo>
                  <a:pt x="454259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593"/>
                </a:moveTo>
                <a:lnTo>
                  <a:pt x="452746" y="45593"/>
                </a:lnTo>
                <a:lnTo>
                  <a:pt x="456826" y="47991"/>
                </a:lnTo>
                <a:lnTo>
                  <a:pt x="4545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List</a:t>
            </a:r>
            <a:r>
              <a:rPr b="1" spc="-4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category</a:t>
            </a:r>
            <a:r>
              <a:rPr b="1" spc="-4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70" dirty="0">
                <a:solidFill>
                  <a:srgbClr val="F1A399"/>
                </a:solidFill>
                <a:latin typeface="Arial"/>
                <a:cs typeface="Arial"/>
              </a:rPr>
              <a:t>data</a:t>
            </a:r>
            <a:r>
              <a:rPr b="1" spc="-4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F1A399"/>
                </a:solidFill>
                <a:latin typeface="Arial"/>
                <a:cs typeface="Arial"/>
              </a:rPr>
              <a:t>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72514"/>
            <a:ext cx="7754620" cy="407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81095" algn="l"/>
                <a:tab pos="418084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consist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datatype: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,Tuples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800">
              <a:latin typeface="Trebuchet MS"/>
              <a:cs typeface="Trebuchet MS"/>
            </a:endParaRPr>
          </a:p>
          <a:p>
            <a:pPr marL="355600" marR="5080" indent="-343535">
              <a:lnSpc>
                <a:spcPts val="173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List:</a:t>
            </a:r>
            <a:r>
              <a:rPr sz="1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re-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defined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class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multiple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datatype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datatype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both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list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organized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both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duplicate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values.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90C225"/>
              </a:buClr>
              <a:buFont typeface="Wingdings"/>
              <a:buChar char=""/>
            </a:pPr>
            <a:endParaRPr sz="1800">
              <a:latin typeface="Trebuchet MS"/>
              <a:cs typeface="Trebuchet MS"/>
            </a:endParaRPr>
          </a:p>
          <a:p>
            <a:pPr marL="285750" marR="2379980" indent="-5080">
              <a:lnSpc>
                <a:spcPct val="1262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enclosed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[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]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inside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separated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commas.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800">
              <a:latin typeface="Trebuchet MS"/>
              <a:cs typeface="Trebuchet MS"/>
            </a:endParaRPr>
          </a:p>
          <a:p>
            <a:pPr marL="355600" marR="40640" indent="-343535">
              <a:lnSpc>
                <a:spcPct val="800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  <a:tab pos="550799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maintain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insertion.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Here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perform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slicing.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mutable.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list()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function.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434086"/>
            <a:ext cx="4406900" cy="283464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created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ways:</a:t>
            </a:r>
            <a:endParaRPr sz="18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arabicParenR"/>
              <a:tabLst>
                <a:tab pos="4699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X=[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]</a:t>
            </a:r>
            <a:endParaRPr sz="18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arabicParenR"/>
              <a:tabLst>
                <a:tab pos="46990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X=list()</a:t>
            </a:r>
            <a:endParaRPr sz="1800">
              <a:latin typeface="Trebuchet MS"/>
              <a:cs typeface="Trebuchet MS"/>
            </a:endParaRPr>
          </a:p>
          <a:p>
            <a:pPr marL="12700" marR="2324735" indent="341630">
              <a:lnSpc>
                <a:spcPct val="146200"/>
              </a:lnSpc>
              <a:spcBef>
                <a:spcPts val="10"/>
              </a:spcBef>
              <a:tabLst>
                <a:tab pos="181546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print(x)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[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] </a:t>
            </a: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L1=[10,20,25,30,35]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L2=[10,”abc”,10.1,’x’,6]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3242945"/>
            <a:ext cx="1549400" cy="1229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print(L1) print(L2) print(type(L2))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4039" y="3242945"/>
            <a:ext cx="2217420" cy="122999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[10,20,25,30,35]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[10,”abc”,10.1,’x’,6]</a:t>
            </a:r>
            <a:endParaRPr sz="1800">
              <a:latin typeface="Trebuchet MS"/>
              <a:cs typeface="Trebuchet MS"/>
            </a:endParaRPr>
          </a:p>
          <a:p>
            <a:pPr marL="635635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&lt;class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‘list’&gt;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6250" y="1929002"/>
            <a:ext cx="323215" cy="103505"/>
          </a:xfrm>
          <a:custGeom>
            <a:avLst/>
            <a:gdLst/>
            <a:ahLst/>
            <a:cxnLst/>
            <a:rect l="l" t="t" r="r" b="b"/>
            <a:pathLst>
              <a:path w="323214" h="103505">
                <a:moveTo>
                  <a:pt x="285937" y="52064"/>
                </a:moveTo>
                <a:lnTo>
                  <a:pt x="215900" y="92456"/>
                </a:lnTo>
                <a:lnTo>
                  <a:pt x="214883" y="96266"/>
                </a:lnTo>
                <a:lnTo>
                  <a:pt x="218439" y="102362"/>
                </a:lnTo>
                <a:lnTo>
                  <a:pt x="222250" y="103377"/>
                </a:lnTo>
                <a:lnTo>
                  <a:pt x="225298" y="101726"/>
                </a:lnTo>
                <a:lnTo>
                  <a:pt x="301684" y="57658"/>
                </a:lnTo>
                <a:lnTo>
                  <a:pt x="295401" y="57658"/>
                </a:lnTo>
                <a:lnTo>
                  <a:pt x="285937" y="52064"/>
                </a:lnTo>
                <a:close/>
              </a:path>
              <a:path w="323214" h="103505">
                <a:moveTo>
                  <a:pt x="6350" y="44196"/>
                </a:moveTo>
                <a:lnTo>
                  <a:pt x="2920" y="44196"/>
                </a:lnTo>
                <a:lnTo>
                  <a:pt x="0" y="47117"/>
                </a:lnTo>
                <a:lnTo>
                  <a:pt x="0" y="54101"/>
                </a:lnTo>
                <a:lnTo>
                  <a:pt x="2793" y="56896"/>
                </a:lnTo>
                <a:lnTo>
                  <a:pt x="322929" y="58547"/>
                </a:lnTo>
                <a:lnTo>
                  <a:pt x="274691" y="58547"/>
                </a:lnTo>
                <a:lnTo>
                  <a:pt x="285937" y="52064"/>
                </a:lnTo>
                <a:lnTo>
                  <a:pt x="275416" y="45847"/>
                </a:lnTo>
                <a:lnTo>
                  <a:pt x="322929" y="45847"/>
                </a:lnTo>
                <a:lnTo>
                  <a:pt x="6350" y="44196"/>
                </a:lnTo>
                <a:close/>
              </a:path>
              <a:path w="323214" h="103505">
                <a:moveTo>
                  <a:pt x="304885" y="55787"/>
                </a:moveTo>
                <a:lnTo>
                  <a:pt x="300143" y="58547"/>
                </a:lnTo>
                <a:lnTo>
                  <a:pt x="302006" y="58547"/>
                </a:lnTo>
                <a:lnTo>
                  <a:pt x="304885" y="55787"/>
                </a:lnTo>
                <a:close/>
              </a:path>
              <a:path w="323214" h="103505">
                <a:moveTo>
                  <a:pt x="295401" y="46609"/>
                </a:moveTo>
                <a:lnTo>
                  <a:pt x="285937" y="52064"/>
                </a:lnTo>
                <a:lnTo>
                  <a:pt x="295401" y="57658"/>
                </a:lnTo>
                <a:lnTo>
                  <a:pt x="295401" y="46609"/>
                </a:lnTo>
                <a:close/>
              </a:path>
              <a:path w="323214" h="103505">
                <a:moveTo>
                  <a:pt x="301691" y="46609"/>
                </a:moveTo>
                <a:lnTo>
                  <a:pt x="295401" y="46609"/>
                </a:lnTo>
                <a:lnTo>
                  <a:pt x="295401" y="57658"/>
                </a:lnTo>
                <a:lnTo>
                  <a:pt x="301684" y="57658"/>
                </a:lnTo>
                <a:lnTo>
                  <a:pt x="304926" y="55787"/>
                </a:lnTo>
                <a:lnTo>
                  <a:pt x="304926" y="48641"/>
                </a:lnTo>
                <a:lnTo>
                  <a:pt x="304632" y="48346"/>
                </a:lnTo>
                <a:lnTo>
                  <a:pt x="301691" y="46609"/>
                </a:lnTo>
                <a:close/>
              </a:path>
              <a:path w="323214" h="103505">
                <a:moveTo>
                  <a:pt x="304632" y="48346"/>
                </a:moveTo>
                <a:lnTo>
                  <a:pt x="304926" y="48641"/>
                </a:lnTo>
                <a:lnTo>
                  <a:pt x="304926" y="55787"/>
                </a:lnTo>
                <a:lnTo>
                  <a:pt x="311150" y="52197"/>
                </a:lnTo>
                <a:lnTo>
                  <a:pt x="304632" y="48346"/>
                </a:lnTo>
                <a:close/>
              </a:path>
              <a:path w="323214" h="103505">
                <a:moveTo>
                  <a:pt x="222757" y="0"/>
                </a:moveTo>
                <a:lnTo>
                  <a:pt x="218948" y="1016"/>
                </a:lnTo>
                <a:lnTo>
                  <a:pt x="215392" y="7112"/>
                </a:lnTo>
                <a:lnTo>
                  <a:pt x="216407" y="10922"/>
                </a:lnTo>
                <a:lnTo>
                  <a:pt x="219329" y="12700"/>
                </a:lnTo>
                <a:lnTo>
                  <a:pt x="285937" y="52064"/>
                </a:lnTo>
                <a:lnTo>
                  <a:pt x="295401" y="46609"/>
                </a:lnTo>
                <a:lnTo>
                  <a:pt x="301691" y="46609"/>
                </a:lnTo>
                <a:lnTo>
                  <a:pt x="222757" y="0"/>
                </a:lnTo>
                <a:close/>
              </a:path>
              <a:path w="323214" h="103505">
                <a:moveTo>
                  <a:pt x="302132" y="45847"/>
                </a:moveTo>
                <a:lnTo>
                  <a:pt x="300401" y="45847"/>
                </a:lnTo>
                <a:lnTo>
                  <a:pt x="304632" y="48346"/>
                </a:lnTo>
                <a:lnTo>
                  <a:pt x="302132" y="45847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93850" y="35294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354"/>
                </a:moveTo>
                <a:lnTo>
                  <a:pt x="447675" y="90677"/>
                </a:lnTo>
                <a:lnTo>
                  <a:pt x="444626" y="92328"/>
                </a:lnTo>
                <a:lnTo>
                  <a:pt x="443611" y="96265"/>
                </a:lnTo>
                <a:lnTo>
                  <a:pt x="447167" y="102361"/>
                </a:lnTo>
                <a:lnTo>
                  <a:pt x="450976" y="103377"/>
                </a:lnTo>
                <a:lnTo>
                  <a:pt x="530324" y="57403"/>
                </a:lnTo>
                <a:lnTo>
                  <a:pt x="524001" y="57403"/>
                </a:lnTo>
                <a:lnTo>
                  <a:pt x="514706" y="51942"/>
                </a:lnTo>
                <a:lnTo>
                  <a:pt x="524001" y="51942"/>
                </a:lnTo>
                <a:lnTo>
                  <a:pt x="524001" y="46354"/>
                </a:lnTo>
                <a:close/>
              </a:path>
              <a:path w="539750" h="103504">
                <a:moveTo>
                  <a:pt x="6350" y="43941"/>
                </a:moveTo>
                <a:lnTo>
                  <a:pt x="2921" y="43941"/>
                </a:lnTo>
                <a:lnTo>
                  <a:pt x="0" y="46862"/>
                </a:lnTo>
                <a:lnTo>
                  <a:pt x="0" y="53847"/>
                </a:lnTo>
                <a:lnTo>
                  <a:pt x="2793" y="56641"/>
                </a:lnTo>
                <a:lnTo>
                  <a:pt x="530605" y="58292"/>
                </a:lnTo>
                <a:lnTo>
                  <a:pt x="503444" y="58292"/>
                </a:lnTo>
                <a:lnTo>
                  <a:pt x="514379" y="51942"/>
                </a:lnTo>
                <a:lnTo>
                  <a:pt x="514706" y="51942"/>
                </a:lnTo>
                <a:lnTo>
                  <a:pt x="503897" y="45592"/>
                </a:lnTo>
                <a:lnTo>
                  <a:pt x="527176" y="45592"/>
                </a:lnTo>
                <a:lnTo>
                  <a:pt x="6350" y="43941"/>
                </a:lnTo>
                <a:close/>
              </a:path>
              <a:path w="539750" h="103504">
                <a:moveTo>
                  <a:pt x="533107" y="55791"/>
                </a:moveTo>
                <a:lnTo>
                  <a:pt x="528790" y="58292"/>
                </a:lnTo>
                <a:lnTo>
                  <a:pt x="530606" y="58292"/>
                </a:lnTo>
                <a:lnTo>
                  <a:pt x="533107" y="55791"/>
                </a:lnTo>
                <a:close/>
              </a:path>
              <a:path w="539750" h="103504">
                <a:moveTo>
                  <a:pt x="524001" y="51942"/>
                </a:moveTo>
                <a:lnTo>
                  <a:pt x="514706" y="51942"/>
                </a:lnTo>
                <a:lnTo>
                  <a:pt x="524001" y="57403"/>
                </a:lnTo>
                <a:lnTo>
                  <a:pt x="524001" y="51942"/>
                </a:lnTo>
                <a:close/>
              </a:path>
              <a:path w="539750" h="103504">
                <a:moveTo>
                  <a:pt x="530229" y="46354"/>
                </a:moveTo>
                <a:lnTo>
                  <a:pt x="524001" y="46354"/>
                </a:lnTo>
                <a:lnTo>
                  <a:pt x="524001" y="57403"/>
                </a:lnTo>
                <a:lnTo>
                  <a:pt x="530324" y="57403"/>
                </a:lnTo>
                <a:lnTo>
                  <a:pt x="533107" y="55791"/>
                </a:lnTo>
                <a:lnTo>
                  <a:pt x="533526" y="55371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4"/>
                </a:lnTo>
                <a:close/>
              </a:path>
              <a:path w="539750" h="103504">
                <a:moveTo>
                  <a:pt x="533293" y="48153"/>
                </a:moveTo>
                <a:lnTo>
                  <a:pt x="533526" y="48387"/>
                </a:lnTo>
                <a:lnTo>
                  <a:pt x="533526" y="55371"/>
                </a:lnTo>
                <a:lnTo>
                  <a:pt x="533107" y="55791"/>
                </a:lnTo>
                <a:lnTo>
                  <a:pt x="539750" y="51942"/>
                </a:lnTo>
                <a:lnTo>
                  <a:pt x="533293" y="48153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5643" y="4063"/>
                </a:lnTo>
                <a:lnTo>
                  <a:pt x="443864" y="6984"/>
                </a:lnTo>
                <a:lnTo>
                  <a:pt x="444881" y="10921"/>
                </a:lnTo>
                <a:lnTo>
                  <a:pt x="514706" y="51942"/>
                </a:lnTo>
                <a:lnTo>
                  <a:pt x="514379" y="51942"/>
                </a:lnTo>
                <a:lnTo>
                  <a:pt x="524001" y="46354"/>
                </a:lnTo>
                <a:lnTo>
                  <a:pt x="530229" y="46354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930" y="45592"/>
                </a:lnTo>
                <a:lnTo>
                  <a:pt x="533293" y="48153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3850" y="39103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1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4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4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4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4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1050" y="4367657"/>
            <a:ext cx="615950" cy="103505"/>
          </a:xfrm>
          <a:custGeom>
            <a:avLst/>
            <a:gdLst/>
            <a:ahLst/>
            <a:cxnLst/>
            <a:rect l="l" t="t" r="r" b="b"/>
            <a:pathLst>
              <a:path w="615950" h="103504">
                <a:moveTo>
                  <a:pt x="600201" y="46355"/>
                </a:moveTo>
                <a:lnTo>
                  <a:pt x="520826" y="92456"/>
                </a:lnTo>
                <a:lnTo>
                  <a:pt x="519811" y="96266"/>
                </a:lnTo>
                <a:lnTo>
                  <a:pt x="523367" y="102362"/>
                </a:lnTo>
                <a:lnTo>
                  <a:pt x="527176" y="103378"/>
                </a:lnTo>
                <a:lnTo>
                  <a:pt x="606524" y="57404"/>
                </a:lnTo>
                <a:lnTo>
                  <a:pt x="600201" y="57404"/>
                </a:lnTo>
                <a:lnTo>
                  <a:pt x="590906" y="51943"/>
                </a:lnTo>
                <a:lnTo>
                  <a:pt x="600201" y="51943"/>
                </a:lnTo>
                <a:lnTo>
                  <a:pt x="600201" y="46355"/>
                </a:lnTo>
                <a:close/>
              </a:path>
              <a:path w="615950" h="103504">
                <a:moveTo>
                  <a:pt x="6350" y="43942"/>
                </a:moveTo>
                <a:lnTo>
                  <a:pt x="2920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606806" y="58293"/>
                </a:lnTo>
                <a:lnTo>
                  <a:pt x="579647" y="58293"/>
                </a:lnTo>
                <a:lnTo>
                  <a:pt x="590580" y="51943"/>
                </a:lnTo>
                <a:lnTo>
                  <a:pt x="590906" y="51943"/>
                </a:lnTo>
                <a:lnTo>
                  <a:pt x="580097" y="45593"/>
                </a:lnTo>
                <a:lnTo>
                  <a:pt x="603377" y="45593"/>
                </a:lnTo>
                <a:lnTo>
                  <a:pt x="6350" y="43942"/>
                </a:lnTo>
                <a:close/>
              </a:path>
              <a:path w="615950" h="103504">
                <a:moveTo>
                  <a:pt x="609307" y="55791"/>
                </a:moveTo>
                <a:lnTo>
                  <a:pt x="604990" y="58293"/>
                </a:lnTo>
                <a:lnTo>
                  <a:pt x="606806" y="58293"/>
                </a:lnTo>
                <a:lnTo>
                  <a:pt x="609307" y="55791"/>
                </a:lnTo>
                <a:close/>
              </a:path>
              <a:path w="615950" h="103504">
                <a:moveTo>
                  <a:pt x="600201" y="51943"/>
                </a:moveTo>
                <a:lnTo>
                  <a:pt x="590906" y="51943"/>
                </a:lnTo>
                <a:lnTo>
                  <a:pt x="600201" y="57404"/>
                </a:lnTo>
                <a:lnTo>
                  <a:pt x="600201" y="51943"/>
                </a:lnTo>
                <a:close/>
              </a:path>
              <a:path w="615950" h="103504">
                <a:moveTo>
                  <a:pt x="606429" y="46355"/>
                </a:moveTo>
                <a:lnTo>
                  <a:pt x="600201" y="46355"/>
                </a:lnTo>
                <a:lnTo>
                  <a:pt x="600201" y="57404"/>
                </a:lnTo>
                <a:lnTo>
                  <a:pt x="606524" y="57404"/>
                </a:lnTo>
                <a:lnTo>
                  <a:pt x="609307" y="55791"/>
                </a:lnTo>
                <a:lnTo>
                  <a:pt x="609726" y="55372"/>
                </a:lnTo>
                <a:lnTo>
                  <a:pt x="609726" y="48387"/>
                </a:lnTo>
                <a:lnTo>
                  <a:pt x="609493" y="48153"/>
                </a:lnTo>
                <a:lnTo>
                  <a:pt x="606429" y="46355"/>
                </a:lnTo>
                <a:close/>
              </a:path>
              <a:path w="615950" h="103504">
                <a:moveTo>
                  <a:pt x="609493" y="48153"/>
                </a:moveTo>
                <a:lnTo>
                  <a:pt x="609726" y="48387"/>
                </a:lnTo>
                <a:lnTo>
                  <a:pt x="609726" y="55372"/>
                </a:lnTo>
                <a:lnTo>
                  <a:pt x="609307" y="55791"/>
                </a:lnTo>
                <a:lnTo>
                  <a:pt x="615950" y="51943"/>
                </a:lnTo>
                <a:lnTo>
                  <a:pt x="609493" y="48153"/>
                </a:lnTo>
                <a:close/>
              </a:path>
              <a:path w="615950" h="103504">
                <a:moveTo>
                  <a:pt x="527431" y="0"/>
                </a:moveTo>
                <a:lnTo>
                  <a:pt x="523620" y="1016"/>
                </a:lnTo>
                <a:lnTo>
                  <a:pt x="520064" y="7112"/>
                </a:lnTo>
                <a:lnTo>
                  <a:pt x="521081" y="10922"/>
                </a:lnTo>
                <a:lnTo>
                  <a:pt x="590906" y="51943"/>
                </a:lnTo>
                <a:lnTo>
                  <a:pt x="590580" y="51943"/>
                </a:lnTo>
                <a:lnTo>
                  <a:pt x="600201" y="46355"/>
                </a:lnTo>
                <a:lnTo>
                  <a:pt x="606429" y="46355"/>
                </a:lnTo>
                <a:lnTo>
                  <a:pt x="527431" y="0"/>
                </a:lnTo>
                <a:close/>
              </a:path>
              <a:path w="615950" h="103504">
                <a:moveTo>
                  <a:pt x="606932" y="45593"/>
                </a:moveTo>
                <a:lnTo>
                  <a:pt x="605130" y="45593"/>
                </a:lnTo>
                <a:lnTo>
                  <a:pt x="609493" y="48153"/>
                </a:lnTo>
                <a:lnTo>
                  <a:pt x="6069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55523"/>
            <a:ext cx="4859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latin typeface="Lucida Sans Unicode"/>
                <a:cs typeface="Lucida Sans Unicode"/>
              </a:rPr>
              <a:t>▶</a:t>
            </a:r>
            <a:r>
              <a:rPr sz="1450" dirty="0"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</a:rPr>
              <a:t>We</a:t>
            </a:r>
            <a:r>
              <a:rPr sz="1800" spc="-7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can</a:t>
            </a:r>
            <a:r>
              <a:rPr sz="1800" spc="-6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perform</a:t>
            </a:r>
            <a:r>
              <a:rPr sz="1800" spc="-7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different</a:t>
            </a:r>
            <a:r>
              <a:rPr sz="1800" spc="-6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operations</a:t>
            </a:r>
            <a:r>
              <a:rPr sz="1800" spc="-70" dirty="0">
                <a:solidFill>
                  <a:srgbClr val="404040"/>
                </a:solidFill>
              </a:rPr>
              <a:t> </a:t>
            </a:r>
            <a:r>
              <a:rPr sz="1800" dirty="0">
                <a:solidFill>
                  <a:srgbClr val="404040"/>
                </a:solidFill>
              </a:rPr>
              <a:t>in</a:t>
            </a:r>
            <a:r>
              <a:rPr sz="1800" spc="-70" dirty="0">
                <a:solidFill>
                  <a:srgbClr val="404040"/>
                </a:solidFill>
              </a:rPr>
              <a:t> </a:t>
            </a:r>
            <a:r>
              <a:rPr sz="1800" spc="-10" dirty="0">
                <a:solidFill>
                  <a:srgbClr val="404040"/>
                </a:solidFill>
              </a:rPr>
              <a:t>list: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057402"/>
            <a:ext cx="8122920" cy="473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36830" indent="-51562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AutoNum type="romanUcPeriod"/>
              <a:tabLst>
                <a:tab pos="52768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APPEND: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add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end.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  <a:buClr>
                <a:srgbClr val="90C225"/>
              </a:buClr>
              <a:buFont typeface="Trebuchet MS"/>
              <a:buAutoNum type="romanUcPeriod"/>
            </a:pPr>
            <a:endParaRPr sz="1800">
              <a:latin typeface="Trebuchet MS"/>
              <a:cs typeface="Trebuchet MS"/>
            </a:endParaRPr>
          </a:p>
          <a:p>
            <a:pPr marL="527685" marR="5080" indent="-515620">
              <a:lnSpc>
                <a:spcPct val="100000"/>
              </a:lnSpc>
              <a:buClr>
                <a:srgbClr val="90C225"/>
              </a:buClr>
              <a:buSzPct val="80555"/>
              <a:buAutoNum type="romanUcPeriod"/>
              <a:tabLst>
                <a:tab pos="527685" algn="l"/>
                <a:tab pos="1361440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POP: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a)</a:t>
            </a:r>
            <a:r>
              <a:rPr sz="1800" spc="-8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remove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specifying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valid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position.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490855">
              <a:lnSpc>
                <a:spcPct val="100000"/>
              </a:lnSpc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b)</a:t>
            </a:r>
            <a:r>
              <a:rPr sz="1800" spc="-8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removing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top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most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latest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endParaRPr sz="18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without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giving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valid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position.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endParaRPr sz="1800">
              <a:latin typeface="Trebuchet MS"/>
              <a:cs typeface="Trebuchet MS"/>
            </a:endParaRPr>
          </a:p>
          <a:p>
            <a:pPr marL="216535">
              <a:lnSpc>
                <a:spcPct val="100000"/>
              </a:lnSpc>
              <a:spcBef>
                <a:spcPts val="100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L1.pop(position)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216535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L2.pop(2)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253695"/>
            <a:ext cx="721105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/>
              <a:t>III)</a:t>
            </a:r>
            <a:r>
              <a:rPr sz="1800" spc="-35" dirty="0"/>
              <a:t> </a:t>
            </a:r>
            <a:r>
              <a:rPr sz="2000" b="1" spc="-10" dirty="0">
                <a:solidFill>
                  <a:srgbClr val="404040"/>
                </a:solidFill>
                <a:latin typeface="Trebuchet MS"/>
                <a:cs typeface="Trebuchet MS"/>
              </a:rPr>
              <a:t>INSERTION:</a:t>
            </a:r>
            <a:r>
              <a:rPr sz="2000" b="1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</a:rPr>
              <a:t>The</a:t>
            </a:r>
            <a:r>
              <a:rPr sz="2000" spc="-3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function</a:t>
            </a:r>
            <a:r>
              <a:rPr sz="2000" spc="-8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is</a:t>
            </a:r>
            <a:r>
              <a:rPr sz="2000" spc="-2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used</a:t>
            </a:r>
            <a:r>
              <a:rPr sz="2000" spc="-4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to</a:t>
            </a:r>
            <a:r>
              <a:rPr sz="2000" spc="-4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insert</a:t>
            </a:r>
            <a:r>
              <a:rPr sz="2000" spc="-5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an</a:t>
            </a:r>
            <a:r>
              <a:rPr sz="2000" spc="-4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element</a:t>
            </a:r>
            <a:r>
              <a:rPr sz="2000" spc="-6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in</a:t>
            </a:r>
            <a:r>
              <a:rPr sz="2000" spc="-45" dirty="0">
                <a:solidFill>
                  <a:srgbClr val="404040"/>
                </a:solidFill>
              </a:rPr>
              <a:t> </a:t>
            </a:r>
            <a:r>
              <a:rPr sz="2000" spc="-25" dirty="0">
                <a:solidFill>
                  <a:srgbClr val="404040"/>
                </a:solidFill>
              </a:rPr>
              <a:t>the</a:t>
            </a:r>
            <a:endParaRPr sz="2000">
              <a:latin typeface="Trebuchet MS"/>
              <a:cs typeface="Trebuchet MS"/>
            </a:endParaRPr>
          </a:p>
          <a:p>
            <a:pPr marL="527685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</a:rPr>
              <a:t>list</a:t>
            </a:r>
            <a:r>
              <a:rPr sz="2000" spc="-3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object</a:t>
            </a:r>
            <a:r>
              <a:rPr sz="2000" spc="-4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by</a:t>
            </a:r>
            <a:r>
              <a:rPr sz="2000" spc="-1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specifying</a:t>
            </a:r>
            <a:r>
              <a:rPr sz="2000" spc="-65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valid</a:t>
            </a:r>
            <a:r>
              <a:rPr sz="2000" spc="-30" dirty="0">
                <a:solidFill>
                  <a:srgbClr val="404040"/>
                </a:solidFill>
              </a:rPr>
              <a:t> </a:t>
            </a:r>
            <a:r>
              <a:rPr sz="2000" dirty="0">
                <a:solidFill>
                  <a:srgbClr val="404040"/>
                </a:solidFill>
              </a:rPr>
              <a:t>existing</a:t>
            </a:r>
            <a:r>
              <a:rPr sz="2000" spc="-55" dirty="0">
                <a:solidFill>
                  <a:srgbClr val="404040"/>
                </a:solidFill>
              </a:rPr>
              <a:t> </a:t>
            </a:r>
            <a:r>
              <a:rPr sz="2000" spc="-10" dirty="0">
                <a:solidFill>
                  <a:srgbClr val="404040"/>
                </a:solidFill>
              </a:rPr>
              <a:t>index</a:t>
            </a:r>
            <a:r>
              <a:rPr sz="2000" b="1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990345"/>
            <a:ext cx="2049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20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L2.insert(2,5)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140" y="2160244"/>
            <a:ext cx="1694814" cy="1320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L1=[10,”rs”]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ts val="3410"/>
              </a:lnSpc>
              <a:spcBef>
                <a:spcPts val="85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L1.append(‘s’) Print(L1)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819" y="3150235"/>
            <a:ext cx="14097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[10,”rs”,’s’]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4014596"/>
            <a:ext cx="71196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IV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REMOVED</a:t>
            </a:r>
            <a:r>
              <a:rPr sz="18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remove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specific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from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list(first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occurrence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only).Provided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present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in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otherwise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error.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93090" y="4991939"/>
          <a:ext cx="6911340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R="115570" algn="r">
                        <a:lnSpc>
                          <a:spcPts val="2050"/>
                        </a:lnSpc>
                      </a:pPr>
                      <a:r>
                        <a:rPr sz="1800" b="1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EX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:</a:t>
                      </a:r>
                      <a:r>
                        <a:rPr sz="18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L1=[1,2,3,4,5]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8620">
                        <a:lnSpc>
                          <a:spcPts val="2050"/>
                        </a:lnSpc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L2=[1,2,3,4,5]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R="150495" algn="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L1.remove(5)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L2.remove(100)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marL="510540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print(L1)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[1,2,3,4]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print(L2)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800" spc="-6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error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533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4183" y="1365250"/>
            <a:ext cx="103378" cy="23495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508250" y="1167130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57400" y="1600200"/>
            <a:ext cx="1219200" cy="3048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09550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00400" y="1066800"/>
            <a:ext cx="1371600" cy="3048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70"/>
              </a:spcBef>
            </a:pP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17650" y="33769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21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4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4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4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4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2450" y="5967793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69"/>
                </a:moveTo>
                <a:lnTo>
                  <a:pt x="368426" y="92405"/>
                </a:lnTo>
                <a:lnTo>
                  <a:pt x="367411" y="96291"/>
                </a:lnTo>
                <a:lnTo>
                  <a:pt x="369188" y="99326"/>
                </a:lnTo>
                <a:lnTo>
                  <a:pt x="370839" y="102362"/>
                </a:lnTo>
                <a:lnTo>
                  <a:pt x="374776" y="103403"/>
                </a:lnTo>
                <a:lnTo>
                  <a:pt x="454183" y="57429"/>
                </a:lnTo>
                <a:lnTo>
                  <a:pt x="447801" y="57429"/>
                </a:lnTo>
                <a:lnTo>
                  <a:pt x="438571" y="52006"/>
                </a:lnTo>
                <a:lnTo>
                  <a:pt x="447801" y="52006"/>
                </a:lnTo>
                <a:lnTo>
                  <a:pt x="447801" y="46469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07" y="44069"/>
                </a:lnTo>
                <a:lnTo>
                  <a:pt x="0" y="46888"/>
                </a:lnTo>
                <a:lnTo>
                  <a:pt x="0" y="53898"/>
                </a:lnTo>
                <a:lnTo>
                  <a:pt x="2806" y="56769"/>
                </a:lnTo>
                <a:lnTo>
                  <a:pt x="454406" y="58318"/>
                </a:lnTo>
                <a:lnTo>
                  <a:pt x="427327" y="58318"/>
                </a:lnTo>
                <a:lnTo>
                  <a:pt x="438233" y="52006"/>
                </a:lnTo>
                <a:lnTo>
                  <a:pt x="438571" y="52006"/>
                </a:lnTo>
                <a:lnTo>
                  <a:pt x="427697" y="45618"/>
                </a:lnTo>
                <a:lnTo>
                  <a:pt x="454651" y="45618"/>
                </a:lnTo>
                <a:lnTo>
                  <a:pt x="6350" y="44069"/>
                </a:lnTo>
                <a:close/>
              </a:path>
              <a:path w="463550" h="103504">
                <a:moveTo>
                  <a:pt x="457011" y="55791"/>
                </a:moveTo>
                <a:lnTo>
                  <a:pt x="452648" y="58318"/>
                </a:lnTo>
                <a:lnTo>
                  <a:pt x="454406" y="58318"/>
                </a:lnTo>
                <a:lnTo>
                  <a:pt x="457011" y="55791"/>
                </a:lnTo>
                <a:close/>
              </a:path>
              <a:path w="463550" h="103504">
                <a:moveTo>
                  <a:pt x="447801" y="52006"/>
                </a:moveTo>
                <a:lnTo>
                  <a:pt x="438571" y="52006"/>
                </a:lnTo>
                <a:lnTo>
                  <a:pt x="447801" y="57429"/>
                </a:lnTo>
                <a:lnTo>
                  <a:pt x="447801" y="52006"/>
                </a:lnTo>
                <a:close/>
              </a:path>
              <a:path w="463550" h="103504">
                <a:moveTo>
                  <a:pt x="454141" y="46469"/>
                </a:moveTo>
                <a:lnTo>
                  <a:pt x="447801" y="46469"/>
                </a:lnTo>
                <a:lnTo>
                  <a:pt x="447801" y="57429"/>
                </a:lnTo>
                <a:lnTo>
                  <a:pt x="454183" y="57429"/>
                </a:lnTo>
                <a:lnTo>
                  <a:pt x="457011" y="55791"/>
                </a:lnTo>
                <a:lnTo>
                  <a:pt x="457199" y="55610"/>
                </a:lnTo>
                <a:lnTo>
                  <a:pt x="457339" y="53898"/>
                </a:lnTo>
                <a:lnTo>
                  <a:pt x="457384" y="48377"/>
                </a:lnTo>
                <a:lnTo>
                  <a:pt x="454141" y="46469"/>
                </a:lnTo>
                <a:close/>
              </a:path>
              <a:path w="463550" h="103504">
                <a:moveTo>
                  <a:pt x="457384" y="48377"/>
                </a:moveTo>
                <a:lnTo>
                  <a:pt x="457325" y="55610"/>
                </a:lnTo>
                <a:lnTo>
                  <a:pt x="463550" y="52006"/>
                </a:lnTo>
                <a:lnTo>
                  <a:pt x="457384" y="48377"/>
                </a:lnTo>
                <a:close/>
              </a:path>
              <a:path w="463550" h="103504">
                <a:moveTo>
                  <a:pt x="375157" y="0"/>
                </a:moveTo>
                <a:lnTo>
                  <a:pt x="371220" y="1003"/>
                </a:lnTo>
                <a:lnTo>
                  <a:pt x="367664" y="7048"/>
                </a:lnTo>
                <a:lnTo>
                  <a:pt x="368681" y="10947"/>
                </a:lnTo>
                <a:lnTo>
                  <a:pt x="438571" y="52006"/>
                </a:lnTo>
                <a:lnTo>
                  <a:pt x="438233" y="52006"/>
                </a:lnTo>
                <a:lnTo>
                  <a:pt x="447801" y="46469"/>
                </a:lnTo>
                <a:lnTo>
                  <a:pt x="454141" y="46469"/>
                </a:lnTo>
                <a:lnTo>
                  <a:pt x="375157" y="0"/>
                </a:lnTo>
                <a:close/>
              </a:path>
              <a:path w="463550" h="103504">
                <a:moveTo>
                  <a:pt x="454532" y="45618"/>
                </a:moveTo>
                <a:lnTo>
                  <a:pt x="452695" y="45618"/>
                </a:lnTo>
                <a:lnTo>
                  <a:pt x="457023" y="48165"/>
                </a:lnTo>
                <a:lnTo>
                  <a:pt x="454532" y="45618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41850" y="5967793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4">
                <a:moveTo>
                  <a:pt x="447801" y="46469"/>
                </a:moveTo>
                <a:lnTo>
                  <a:pt x="368426" y="92405"/>
                </a:lnTo>
                <a:lnTo>
                  <a:pt x="367411" y="96291"/>
                </a:lnTo>
                <a:lnTo>
                  <a:pt x="369062" y="99326"/>
                </a:lnTo>
                <a:lnTo>
                  <a:pt x="370839" y="102362"/>
                </a:lnTo>
                <a:lnTo>
                  <a:pt x="374776" y="103403"/>
                </a:lnTo>
                <a:lnTo>
                  <a:pt x="454183" y="57429"/>
                </a:lnTo>
                <a:lnTo>
                  <a:pt x="447801" y="57429"/>
                </a:lnTo>
                <a:lnTo>
                  <a:pt x="438571" y="52006"/>
                </a:lnTo>
                <a:lnTo>
                  <a:pt x="447801" y="52006"/>
                </a:lnTo>
                <a:lnTo>
                  <a:pt x="447801" y="46469"/>
                </a:lnTo>
                <a:close/>
              </a:path>
              <a:path w="463550" h="103504">
                <a:moveTo>
                  <a:pt x="6350" y="44069"/>
                </a:moveTo>
                <a:lnTo>
                  <a:pt x="2907" y="44069"/>
                </a:lnTo>
                <a:lnTo>
                  <a:pt x="0" y="46888"/>
                </a:lnTo>
                <a:lnTo>
                  <a:pt x="0" y="53898"/>
                </a:lnTo>
                <a:lnTo>
                  <a:pt x="2806" y="56769"/>
                </a:lnTo>
                <a:lnTo>
                  <a:pt x="454406" y="58318"/>
                </a:lnTo>
                <a:lnTo>
                  <a:pt x="427327" y="58318"/>
                </a:lnTo>
                <a:lnTo>
                  <a:pt x="438233" y="52006"/>
                </a:lnTo>
                <a:lnTo>
                  <a:pt x="438571" y="52006"/>
                </a:lnTo>
                <a:lnTo>
                  <a:pt x="427697" y="45618"/>
                </a:lnTo>
                <a:lnTo>
                  <a:pt x="454651" y="45618"/>
                </a:lnTo>
                <a:lnTo>
                  <a:pt x="6350" y="44069"/>
                </a:lnTo>
                <a:close/>
              </a:path>
              <a:path w="463550" h="103504">
                <a:moveTo>
                  <a:pt x="457011" y="55791"/>
                </a:moveTo>
                <a:lnTo>
                  <a:pt x="452648" y="58318"/>
                </a:lnTo>
                <a:lnTo>
                  <a:pt x="454405" y="58318"/>
                </a:lnTo>
                <a:lnTo>
                  <a:pt x="457011" y="55791"/>
                </a:lnTo>
                <a:close/>
              </a:path>
              <a:path w="463550" h="103504">
                <a:moveTo>
                  <a:pt x="447801" y="52006"/>
                </a:moveTo>
                <a:lnTo>
                  <a:pt x="438571" y="52006"/>
                </a:lnTo>
                <a:lnTo>
                  <a:pt x="447801" y="57429"/>
                </a:lnTo>
                <a:lnTo>
                  <a:pt x="447801" y="52006"/>
                </a:lnTo>
                <a:close/>
              </a:path>
              <a:path w="463550" h="103504">
                <a:moveTo>
                  <a:pt x="454141" y="46469"/>
                </a:moveTo>
                <a:lnTo>
                  <a:pt x="447801" y="46469"/>
                </a:lnTo>
                <a:lnTo>
                  <a:pt x="447801" y="57429"/>
                </a:lnTo>
                <a:lnTo>
                  <a:pt x="454183" y="57429"/>
                </a:lnTo>
                <a:lnTo>
                  <a:pt x="457011" y="55791"/>
                </a:lnTo>
                <a:lnTo>
                  <a:pt x="457199" y="55610"/>
                </a:lnTo>
                <a:lnTo>
                  <a:pt x="457339" y="53898"/>
                </a:lnTo>
                <a:lnTo>
                  <a:pt x="457384" y="48377"/>
                </a:lnTo>
                <a:lnTo>
                  <a:pt x="454141" y="46469"/>
                </a:lnTo>
                <a:close/>
              </a:path>
              <a:path w="463550" h="103504">
                <a:moveTo>
                  <a:pt x="457384" y="48377"/>
                </a:moveTo>
                <a:lnTo>
                  <a:pt x="457325" y="55610"/>
                </a:lnTo>
                <a:lnTo>
                  <a:pt x="463550" y="52006"/>
                </a:lnTo>
                <a:lnTo>
                  <a:pt x="457384" y="48377"/>
                </a:lnTo>
                <a:close/>
              </a:path>
              <a:path w="463550" h="103504">
                <a:moveTo>
                  <a:pt x="375158" y="0"/>
                </a:moveTo>
                <a:lnTo>
                  <a:pt x="371221" y="1003"/>
                </a:lnTo>
                <a:lnTo>
                  <a:pt x="367664" y="7048"/>
                </a:lnTo>
                <a:lnTo>
                  <a:pt x="368680" y="10947"/>
                </a:lnTo>
                <a:lnTo>
                  <a:pt x="438571" y="52006"/>
                </a:lnTo>
                <a:lnTo>
                  <a:pt x="438233" y="52006"/>
                </a:lnTo>
                <a:lnTo>
                  <a:pt x="447801" y="46469"/>
                </a:lnTo>
                <a:lnTo>
                  <a:pt x="454141" y="46469"/>
                </a:lnTo>
                <a:lnTo>
                  <a:pt x="375158" y="0"/>
                </a:lnTo>
                <a:close/>
              </a:path>
              <a:path w="463550" h="103504">
                <a:moveTo>
                  <a:pt x="454533" y="45618"/>
                </a:moveTo>
                <a:lnTo>
                  <a:pt x="452695" y="45618"/>
                </a:lnTo>
                <a:lnTo>
                  <a:pt x="457023" y="48165"/>
                </a:lnTo>
                <a:lnTo>
                  <a:pt x="454533" y="45618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305511"/>
            <a:ext cx="7160895" cy="446087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82575" marR="64135" indent="-270510" algn="just">
              <a:lnSpc>
                <a:spcPct val="90000"/>
              </a:lnSpc>
              <a:spcBef>
                <a:spcPts val="310"/>
              </a:spcBef>
              <a:buClr>
                <a:srgbClr val="90C225"/>
              </a:buClr>
              <a:buFont typeface="Trebuchet MS"/>
              <a:buAutoNum type="romanUcParenR" startAt="5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INDEX:</a:t>
            </a:r>
            <a:r>
              <a:rPr sz="1700" b="1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fro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finding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index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specified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element 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present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otherwise 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get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error.</a:t>
            </a:r>
            <a:endParaRPr sz="1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L1=[1,2,3,4]</a:t>
            </a:r>
            <a:endParaRPr sz="1700">
              <a:latin typeface="Trebuchet MS"/>
              <a:cs typeface="Trebuchet MS"/>
            </a:endParaRPr>
          </a:p>
          <a:p>
            <a:pPr marL="402590" algn="just">
              <a:lnSpc>
                <a:spcPct val="100000"/>
              </a:lnSpc>
              <a:spcBef>
                <a:spcPts val="795"/>
              </a:spcBef>
              <a:tabLst>
                <a:tab pos="267271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L1.index(2)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7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solidFill>
                  <a:srgbClr val="F1A399"/>
                </a:solidFill>
                <a:latin typeface="Trebuchet MS"/>
                <a:cs typeface="Trebuchet MS"/>
              </a:rPr>
              <a:t>LIST</a:t>
            </a:r>
            <a:r>
              <a:rPr sz="1700" b="1" spc="-65" dirty="0">
                <a:solidFill>
                  <a:srgbClr val="F1A399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F1A399"/>
                </a:solidFill>
                <a:latin typeface="Trebuchet MS"/>
                <a:cs typeface="Trebuchet MS"/>
              </a:rPr>
              <a:t>DIFFERENT</a:t>
            </a:r>
            <a:r>
              <a:rPr sz="1700" b="1" spc="-95" dirty="0">
                <a:solidFill>
                  <a:srgbClr val="F1A399"/>
                </a:solidFill>
                <a:latin typeface="Trebuchet MS"/>
                <a:cs typeface="Trebuchet MS"/>
              </a:rPr>
              <a:t> </a:t>
            </a:r>
            <a:r>
              <a:rPr sz="1700" b="1" spc="-10" dirty="0">
                <a:solidFill>
                  <a:srgbClr val="F1A399"/>
                </a:solidFill>
                <a:latin typeface="Trebuchet MS"/>
                <a:cs typeface="Trebuchet MS"/>
              </a:rPr>
              <a:t>OPERATIONS:</a:t>
            </a:r>
            <a:endParaRPr sz="1700">
              <a:latin typeface="Trebuchet MS"/>
              <a:cs typeface="Trebuchet MS"/>
            </a:endParaRPr>
          </a:p>
          <a:p>
            <a:pPr marL="355600" marR="5080" lvl="1" indent="-343535">
              <a:lnSpc>
                <a:spcPts val="1839"/>
              </a:lnSpc>
              <a:spcBef>
                <a:spcPts val="1020"/>
              </a:spcBef>
              <a:buClr>
                <a:srgbClr val="90C225"/>
              </a:buClr>
              <a:buSzPct val="79411"/>
              <a:buFont typeface="Wingdings"/>
              <a:buChar char=""/>
              <a:tabLst>
                <a:tab pos="35560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function: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content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list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destination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content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different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address.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called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404040"/>
                </a:solidFill>
                <a:latin typeface="Trebuchet MS"/>
                <a:cs typeface="Trebuchet MS"/>
              </a:rPr>
              <a:t>shallow</a:t>
            </a:r>
            <a:r>
              <a:rPr sz="1700" i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404040"/>
                </a:solidFill>
                <a:latin typeface="Trebuchet MS"/>
                <a:cs typeface="Trebuchet MS"/>
              </a:rPr>
              <a:t>copy.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1021715" algn="l"/>
              </a:tabLst>
            </a:pPr>
            <a:r>
              <a:rPr sz="1700" b="1" i="1" spc="-10" dirty="0">
                <a:solidFill>
                  <a:srgbClr val="404040"/>
                </a:solidFill>
                <a:latin typeface="Trebuchet MS"/>
                <a:cs typeface="Trebuchet MS"/>
              </a:rPr>
              <a:t>SYNTAX:</a:t>
            </a:r>
            <a:r>
              <a:rPr sz="1700" b="1" i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i="1" dirty="0">
                <a:solidFill>
                  <a:srgbClr val="404040"/>
                </a:solidFill>
                <a:latin typeface="Trebuchet MS"/>
                <a:cs typeface="Trebuchet MS"/>
              </a:rPr>
              <a:t>destination</a:t>
            </a:r>
            <a:r>
              <a:rPr sz="1700" i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i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404040"/>
                </a:solidFill>
                <a:latin typeface="Trebuchet MS"/>
                <a:cs typeface="Trebuchet MS"/>
              </a:rPr>
              <a:t>object=source</a:t>
            </a:r>
            <a:r>
              <a:rPr sz="1700" i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i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404040"/>
                </a:solidFill>
                <a:latin typeface="Trebuchet MS"/>
                <a:cs typeface="Trebuchet MS"/>
              </a:rPr>
              <a:t>object.copy()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L1=[2,4,7,8,10]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L2=L1.copy()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0437" y="4840604"/>
            <a:ext cx="25901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3670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[2,4,7,8,10]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[2,4,7,8,10]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4508" y="5099202"/>
            <a:ext cx="600075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xy223 ab243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" y="4740249"/>
            <a:ext cx="1423670" cy="1826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2725">
              <a:lnSpc>
                <a:spcPct val="139000"/>
              </a:lnSpc>
              <a:spcBef>
                <a:spcPts val="9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print(L1,L2) print(id(L1))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38800"/>
              </a:lnSpc>
              <a:spcBef>
                <a:spcPts val="1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print(id(L2)) L1.append(55) print(L1,L2)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0743" y="6281115"/>
            <a:ext cx="14827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[2,4,7,8,10,55]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5133" y="6281115"/>
            <a:ext cx="1177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[2,4,7,8,10]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27250" y="1397508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5">
                <a:moveTo>
                  <a:pt x="667080" y="51815"/>
                </a:moveTo>
                <a:lnTo>
                  <a:pt x="663717" y="53720"/>
                </a:lnTo>
                <a:lnTo>
                  <a:pt x="600075" y="90677"/>
                </a:lnTo>
                <a:lnTo>
                  <a:pt x="597026" y="92328"/>
                </a:lnTo>
                <a:lnTo>
                  <a:pt x="596011" y="96265"/>
                </a:lnTo>
                <a:lnTo>
                  <a:pt x="599567" y="102362"/>
                </a:lnTo>
                <a:lnTo>
                  <a:pt x="603376" y="103377"/>
                </a:lnTo>
                <a:lnTo>
                  <a:pt x="682747" y="57276"/>
                </a:lnTo>
                <a:lnTo>
                  <a:pt x="676401" y="57276"/>
                </a:lnTo>
                <a:lnTo>
                  <a:pt x="667080" y="51815"/>
                </a:lnTo>
                <a:close/>
              </a:path>
              <a:path w="6921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720"/>
                </a:lnTo>
                <a:lnTo>
                  <a:pt x="2793" y="56641"/>
                </a:lnTo>
                <a:lnTo>
                  <a:pt x="683132" y="58165"/>
                </a:lnTo>
                <a:lnTo>
                  <a:pt x="656062" y="58165"/>
                </a:lnTo>
                <a:lnTo>
                  <a:pt x="666997" y="51815"/>
                </a:lnTo>
                <a:lnTo>
                  <a:pt x="656242" y="45465"/>
                </a:lnTo>
                <a:lnTo>
                  <a:pt x="679577" y="45465"/>
                </a:lnTo>
                <a:lnTo>
                  <a:pt x="6350" y="43941"/>
                </a:lnTo>
                <a:close/>
              </a:path>
              <a:path w="692150" h="103505">
                <a:moveTo>
                  <a:pt x="685787" y="55511"/>
                </a:moveTo>
                <a:lnTo>
                  <a:pt x="681217" y="58165"/>
                </a:lnTo>
                <a:lnTo>
                  <a:pt x="683132" y="58165"/>
                </a:lnTo>
                <a:lnTo>
                  <a:pt x="685787" y="55511"/>
                </a:lnTo>
                <a:close/>
              </a:path>
              <a:path w="692150" h="103505">
                <a:moveTo>
                  <a:pt x="676401" y="46354"/>
                </a:moveTo>
                <a:lnTo>
                  <a:pt x="667080" y="51815"/>
                </a:lnTo>
                <a:lnTo>
                  <a:pt x="676401" y="57276"/>
                </a:lnTo>
                <a:lnTo>
                  <a:pt x="676401" y="46354"/>
                </a:lnTo>
                <a:close/>
              </a:path>
              <a:path w="692150" h="103505">
                <a:moveTo>
                  <a:pt x="682821" y="46354"/>
                </a:moveTo>
                <a:lnTo>
                  <a:pt x="676401" y="46354"/>
                </a:lnTo>
                <a:lnTo>
                  <a:pt x="676401" y="57276"/>
                </a:lnTo>
                <a:lnTo>
                  <a:pt x="682747" y="57276"/>
                </a:lnTo>
                <a:lnTo>
                  <a:pt x="685787" y="55511"/>
                </a:lnTo>
                <a:lnTo>
                  <a:pt x="685926" y="55511"/>
                </a:lnTo>
                <a:lnTo>
                  <a:pt x="685926" y="48387"/>
                </a:lnTo>
                <a:lnTo>
                  <a:pt x="685461" y="47900"/>
                </a:lnTo>
                <a:lnTo>
                  <a:pt x="682821" y="46354"/>
                </a:lnTo>
                <a:close/>
              </a:path>
              <a:path w="692150" h="103505">
                <a:moveTo>
                  <a:pt x="685461" y="47900"/>
                </a:moveTo>
                <a:lnTo>
                  <a:pt x="685926" y="48387"/>
                </a:lnTo>
                <a:lnTo>
                  <a:pt x="685926" y="55511"/>
                </a:lnTo>
                <a:lnTo>
                  <a:pt x="685787" y="55511"/>
                </a:lnTo>
                <a:lnTo>
                  <a:pt x="692150" y="51815"/>
                </a:lnTo>
                <a:lnTo>
                  <a:pt x="685461" y="47900"/>
                </a:lnTo>
                <a:close/>
              </a:path>
              <a:path w="692150" h="103505">
                <a:moveTo>
                  <a:pt x="603631" y="0"/>
                </a:moveTo>
                <a:lnTo>
                  <a:pt x="599820" y="1015"/>
                </a:lnTo>
                <a:lnTo>
                  <a:pt x="598043" y="4063"/>
                </a:lnTo>
                <a:lnTo>
                  <a:pt x="596264" y="6984"/>
                </a:lnTo>
                <a:lnTo>
                  <a:pt x="597281" y="10921"/>
                </a:lnTo>
                <a:lnTo>
                  <a:pt x="667080" y="51815"/>
                </a:lnTo>
                <a:lnTo>
                  <a:pt x="676401" y="46354"/>
                </a:lnTo>
                <a:lnTo>
                  <a:pt x="682821" y="46354"/>
                </a:lnTo>
                <a:lnTo>
                  <a:pt x="603631" y="0"/>
                </a:lnTo>
                <a:close/>
              </a:path>
              <a:path w="692150" h="103505">
                <a:moveTo>
                  <a:pt x="683132" y="45465"/>
                </a:moveTo>
                <a:lnTo>
                  <a:pt x="681303" y="45465"/>
                </a:lnTo>
                <a:lnTo>
                  <a:pt x="685461" y="47900"/>
                </a:lnTo>
                <a:lnTo>
                  <a:pt x="6831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46250" y="5358257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4">
                <a:moveTo>
                  <a:pt x="667080" y="51943"/>
                </a:moveTo>
                <a:lnTo>
                  <a:pt x="663684" y="53848"/>
                </a:lnTo>
                <a:lnTo>
                  <a:pt x="597026" y="92456"/>
                </a:lnTo>
                <a:lnTo>
                  <a:pt x="596011" y="96393"/>
                </a:lnTo>
                <a:lnTo>
                  <a:pt x="597788" y="99314"/>
                </a:lnTo>
                <a:lnTo>
                  <a:pt x="599567" y="102362"/>
                </a:lnTo>
                <a:lnTo>
                  <a:pt x="603376" y="103378"/>
                </a:lnTo>
                <a:lnTo>
                  <a:pt x="606425" y="101727"/>
                </a:lnTo>
                <a:lnTo>
                  <a:pt x="682746" y="57404"/>
                </a:lnTo>
                <a:lnTo>
                  <a:pt x="676401" y="57404"/>
                </a:lnTo>
                <a:lnTo>
                  <a:pt x="667080" y="51943"/>
                </a:lnTo>
                <a:close/>
              </a:path>
              <a:path w="692150" h="103504">
                <a:moveTo>
                  <a:pt x="6350" y="43942"/>
                </a:moveTo>
                <a:lnTo>
                  <a:pt x="2793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683132" y="58293"/>
                </a:lnTo>
                <a:lnTo>
                  <a:pt x="656010" y="58293"/>
                </a:lnTo>
                <a:lnTo>
                  <a:pt x="666973" y="51943"/>
                </a:lnTo>
                <a:lnTo>
                  <a:pt x="661011" y="48387"/>
                </a:lnTo>
                <a:lnTo>
                  <a:pt x="656242" y="45593"/>
                </a:lnTo>
                <a:lnTo>
                  <a:pt x="679576" y="45593"/>
                </a:lnTo>
                <a:lnTo>
                  <a:pt x="6350" y="43942"/>
                </a:lnTo>
                <a:close/>
              </a:path>
              <a:path w="692150" h="103504">
                <a:moveTo>
                  <a:pt x="685529" y="55788"/>
                </a:moveTo>
                <a:lnTo>
                  <a:pt x="681215" y="58293"/>
                </a:lnTo>
                <a:lnTo>
                  <a:pt x="683132" y="58293"/>
                </a:lnTo>
                <a:lnTo>
                  <a:pt x="685529" y="55788"/>
                </a:lnTo>
                <a:close/>
              </a:path>
              <a:path w="692150" h="103504">
                <a:moveTo>
                  <a:pt x="676401" y="46482"/>
                </a:moveTo>
                <a:lnTo>
                  <a:pt x="673112" y="48387"/>
                </a:lnTo>
                <a:lnTo>
                  <a:pt x="667080" y="51943"/>
                </a:lnTo>
                <a:lnTo>
                  <a:pt x="676401" y="57404"/>
                </a:lnTo>
                <a:lnTo>
                  <a:pt x="676401" y="46482"/>
                </a:lnTo>
                <a:close/>
              </a:path>
              <a:path w="692150" h="103504">
                <a:moveTo>
                  <a:pt x="682845" y="46482"/>
                </a:moveTo>
                <a:lnTo>
                  <a:pt x="676401" y="46482"/>
                </a:lnTo>
                <a:lnTo>
                  <a:pt x="676401" y="57404"/>
                </a:lnTo>
                <a:lnTo>
                  <a:pt x="682746" y="57404"/>
                </a:lnTo>
                <a:lnTo>
                  <a:pt x="685529" y="55788"/>
                </a:lnTo>
                <a:lnTo>
                  <a:pt x="685926" y="55372"/>
                </a:lnTo>
                <a:lnTo>
                  <a:pt x="685926" y="48387"/>
                </a:lnTo>
                <a:lnTo>
                  <a:pt x="685693" y="48153"/>
                </a:lnTo>
                <a:lnTo>
                  <a:pt x="682845" y="46482"/>
                </a:lnTo>
                <a:close/>
              </a:path>
              <a:path w="692150" h="103504">
                <a:moveTo>
                  <a:pt x="685693" y="48153"/>
                </a:moveTo>
                <a:lnTo>
                  <a:pt x="685926" y="48387"/>
                </a:lnTo>
                <a:lnTo>
                  <a:pt x="685926" y="55372"/>
                </a:lnTo>
                <a:lnTo>
                  <a:pt x="685529" y="55788"/>
                </a:lnTo>
                <a:lnTo>
                  <a:pt x="692150" y="51943"/>
                </a:lnTo>
                <a:lnTo>
                  <a:pt x="685693" y="48153"/>
                </a:lnTo>
                <a:close/>
              </a:path>
              <a:path w="692150" h="103504">
                <a:moveTo>
                  <a:pt x="603631" y="0"/>
                </a:moveTo>
                <a:lnTo>
                  <a:pt x="599820" y="1016"/>
                </a:lnTo>
                <a:lnTo>
                  <a:pt x="596264" y="7112"/>
                </a:lnTo>
                <a:lnTo>
                  <a:pt x="597281" y="11049"/>
                </a:lnTo>
                <a:lnTo>
                  <a:pt x="667080" y="51943"/>
                </a:lnTo>
                <a:lnTo>
                  <a:pt x="673112" y="48387"/>
                </a:lnTo>
                <a:lnTo>
                  <a:pt x="676401" y="46482"/>
                </a:lnTo>
                <a:lnTo>
                  <a:pt x="682845" y="46482"/>
                </a:lnTo>
                <a:lnTo>
                  <a:pt x="603631" y="0"/>
                </a:lnTo>
                <a:close/>
              </a:path>
              <a:path w="692150" h="103504">
                <a:moveTo>
                  <a:pt x="683132" y="45593"/>
                </a:moveTo>
                <a:lnTo>
                  <a:pt x="681330" y="45593"/>
                </a:lnTo>
                <a:lnTo>
                  <a:pt x="685693" y="48153"/>
                </a:lnTo>
                <a:lnTo>
                  <a:pt x="6831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70050" y="4902708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4">
                <a:moveTo>
                  <a:pt x="667080" y="51816"/>
                </a:moveTo>
                <a:lnTo>
                  <a:pt x="663717" y="53721"/>
                </a:lnTo>
                <a:lnTo>
                  <a:pt x="600075" y="90678"/>
                </a:lnTo>
                <a:lnTo>
                  <a:pt x="597026" y="92329"/>
                </a:lnTo>
                <a:lnTo>
                  <a:pt x="596011" y="96266"/>
                </a:lnTo>
                <a:lnTo>
                  <a:pt x="599567" y="102362"/>
                </a:lnTo>
                <a:lnTo>
                  <a:pt x="603376" y="103378"/>
                </a:lnTo>
                <a:lnTo>
                  <a:pt x="682747" y="57277"/>
                </a:lnTo>
                <a:lnTo>
                  <a:pt x="676401" y="57277"/>
                </a:lnTo>
                <a:lnTo>
                  <a:pt x="667080" y="51816"/>
                </a:lnTo>
                <a:close/>
              </a:path>
              <a:path w="692150" h="103504">
                <a:moveTo>
                  <a:pt x="6350" y="43942"/>
                </a:moveTo>
                <a:lnTo>
                  <a:pt x="2793" y="43942"/>
                </a:lnTo>
                <a:lnTo>
                  <a:pt x="0" y="46736"/>
                </a:lnTo>
                <a:lnTo>
                  <a:pt x="0" y="53721"/>
                </a:lnTo>
                <a:lnTo>
                  <a:pt x="2793" y="56642"/>
                </a:lnTo>
                <a:lnTo>
                  <a:pt x="683133" y="58166"/>
                </a:lnTo>
                <a:lnTo>
                  <a:pt x="656062" y="58166"/>
                </a:lnTo>
                <a:lnTo>
                  <a:pt x="666997" y="51816"/>
                </a:lnTo>
                <a:lnTo>
                  <a:pt x="656242" y="45466"/>
                </a:lnTo>
                <a:lnTo>
                  <a:pt x="679577" y="45466"/>
                </a:lnTo>
                <a:lnTo>
                  <a:pt x="6350" y="43942"/>
                </a:lnTo>
                <a:close/>
              </a:path>
              <a:path w="692150" h="103504">
                <a:moveTo>
                  <a:pt x="685787" y="55511"/>
                </a:moveTo>
                <a:lnTo>
                  <a:pt x="681217" y="58166"/>
                </a:lnTo>
                <a:lnTo>
                  <a:pt x="683132" y="58166"/>
                </a:lnTo>
                <a:lnTo>
                  <a:pt x="685787" y="55511"/>
                </a:lnTo>
                <a:close/>
              </a:path>
              <a:path w="692150" h="103504">
                <a:moveTo>
                  <a:pt x="676401" y="46355"/>
                </a:moveTo>
                <a:lnTo>
                  <a:pt x="667080" y="51816"/>
                </a:lnTo>
                <a:lnTo>
                  <a:pt x="676401" y="57277"/>
                </a:lnTo>
                <a:lnTo>
                  <a:pt x="676401" y="46355"/>
                </a:lnTo>
                <a:close/>
              </a:path>
              <a:path w="692150" h="103504">
                <a:moveTo>
                  <a:pt x="682821" y="46355"/>
                </a:moveTo>
                <a:lnTo>
                  <a:pt x="676401" y="46355"/>
                </a:lnTo>
                <a:lnTo>
                  <a:pt x="676401" y="57277"/>
                </a:lnTo>
                <a:lnTo>
                  <a:pt x="682747" y="57277"/>
                </a:lnTo>
                <a:lnTo>
                  <a:pt x="685787" y="55511"/>
                </a:lnTo>
                <a:lnTo>
                  <a:pt x="685926" y="55511"/>
                </a:lnTo>
                <a:lnTo>
                  <a:pt x="685926" y="48387"/>
                </a:lnTo>
                <a:lnTo>
                  <a:pt x="685461" y="47900"/>
                </a:lnTo>
                <a:lnTo>
                  <a:pt x="682821" y="46355"/>
                </a:lnTo>
                <a:close/>
              </a:path>
              <a:path w="692150" h="103504">
                <a:moveTo>
                  <a:pt x="685461" y="47900"/>
                </a:moveTo>
                <a:lnTo>
                  <a:pt x="685926" y="48387"/>
                </a:lnTo>
                <a:lnTo>
                  <a:pt x="685926" y="55511"/>
                </a:lnTo>
                <a:lnTo>
                  <a:pt x="685787" y="55511"/>
                </a:lnTo>
                <a:lnTo>
                  <a:pt x="692150" y="51816"/>
                </a:lnTo>
                <a:lnTo>
                  <a:pt x="685461" y="47900"/>
                </a:lnTo>
                <a:close/>
              </a:path>
              <a:path w="692150" h="103504">
                <a:moveTo>
                  <a:pt x="603631" y="0"/>
                </a:moveTo>
                <a:lnTo>
                  <a:pt x="599820" y="1016"/>
                </a:lnTo>
                <a:lnTo>
                  <a:pt x="598043" y="4064"/>
                </a:lnTo>
                <a:lnTo>
                  <a:pt x="596264" y="6985"/>
                </a:lnTo>
                <a:lnTo>
                  <a:pt x="597281" y="10922"/>
                </a:lnTo>
                <a:lnTo>
                  <a:pt x="667080" y="51816"/>
                </a:lnTo>
                <a:lnTo>
                  <a:pt x="676401" y="46355"/>
                </a:lnTo>
                <a:lnTo>
                  <a:pt x="682821" y="46355"/>
                </a:lnTo>
                <a:lnTo>
                  <a:pt x="603631" y="0"/>
                </a:lnTo>
                <a:close/>
              </a:path>
              <a:path w="692150" h="103504">
                <a:moveTo>
                  <a:pt x="683132" y="45466"/>
                </a:moveTo>
                <a:lnTo>
                  <a:pt x="681303" y="45466"/>
                </a:lnTo>
                <a:lnTo>
                  <a:pt x="685461" y="47900"/>
                </a:lnTo>
                <a:lnTo>
                  <a:pt x="683132" y="45466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6250" y="5740882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4">
                <a:moveTo>
                  <a:pt x="676401" y="46380"/>
                </a:moveTo>
                <a:lnTo>
                  <a:pt x="597026" y="92417"/>
                </a:lnTo>
                <a:lnTo>
                  <a:pt x="596011" y="96304"/>
                </a:lnTo>
                <a:lnTo>
                  <a:pt x="599567" y="102374"/>
                </a:lnTo>
                <a:lnTo>
                  <a:pt x="603376" y="103403"/>
                </a:lnTo>
                <a:lnTo>
                  <a:pt x="682758" y="57353"/>
                </a:lnTo>
                <a:lnTo>
                  <a:pt x="676401" y="57353"/>
                </a:lnTo>
                <a:lnTo>
                  <a:pt x="667112" y="51904"/>
                </a:lnTo>
                <a:lnTo>
                  <a:pt x="676401" y="51904"/>
                </a:lnTo>
                <a:lnTo>
                  <a:pt x="676401" y="46380"/>
                </a:lnTo>
                <a:close/>
              </a:path>
              <a:path w="692150" h="103504">
                <a:moveTo>
                  <a:pt x="6350" y="43967"/>
                </a:moveTo>
                <a:lnTo>
                  <a:pt x="2781" y="43967"/>
                </a:lnTo>
                <a:lnTo>
                  <a:pt x="0" y="46799"/>
                </a:lnTo>
                <a:lnTo>
                  <a:pt x="0" y="53809"/>
                </a:lnTo>
                <a:lnTo>
                  <a:pt x="2806" y="56667"/>
                </a:lnTo>
                <a:lnTo>
                  <a:pt x="683132" y="58229"/>
                </a:lnTo>
                <a:lnTo>
                  <a:pt x="655972" y="58229"/>
                </a:lnTo>
                <a:lnTo>
                  <a:pt x="666877" y="51904"/>
                </a:lnTo>
                <a:lnTo>
                  <a:pt x="667112" y="51904"/>
                </a:lnTo>
                <a:lnTo>
                  <a:pt x="656242" y="45529"/>
                </a:lnTo>
                <a:lnTo>
                  <a:pt x="679577" y="45529"/>
                </a:lnTo>
                <a:lnTo>
                  <a:pt x="6350" y="43967"/>
                </a:lnTo>
                <a:close/>
              </a:path>
              <a:path w="692150" h="103504">
                <a:moveTo>
                  <a:pt x="685655" y="55672"/>
                </a:moveTo>
                <a:lnTo>
                  <a:pt x="681247" y="58229"/>
                </a:lnTo>
                <a:lnTo>
                  <a:pt x="683132" y="58229"/>
                </a:lnTo>
                <a:lnTo>
                  <a:pt x="685655" y="55672"/>
                </a:lnTo>
                <a:close/>
              </a:path>
              <a:path w="692150" h="103504">
                <a:moveTo>
                  <a:pt x="676401" y="51904"/>
                </a:moveTo>
                <a:lnTo>
                  <a:pt x="667112" y="51904"/>
                </a:lnTo>
                <a:lnTo>
                  <a:pt x="676401" y="57353"/>
                </a:lnTo>
                <a:lnTo>
                  <a:pt x="676401" y="51904"/>
                </a:lnTo>
                <a:close/>
              </a:path>
              <a:path w="692150" h="103504">
                <a:moveTo>
                  <a:pt x="682732" y="46380"/>
                </a:moveTo>
                <a:lnTo>
                  <a:pt x="676401" y="46380"/>
                </a:lnTo>
                <a:lnTo>
                  <a:pt x="676401" y="57353"/>
                </a:lnTo>
                <a:lnTo>
                  <a:pt x="682758" y="57353"/>
                </a:lnTo>
                <a:lnTo>
                  <a:pt x="685655" y="55672"/>
                </a:lnTo>
                <a:lnTo>
                  <a:pt x="685810" y="55515"/>
                </a:lnTo>
                <a:lnTo>
                  <a:pt x="685939" y="53809"/>
                </a:lnTo>
                <a:lnTo>
                  <a:pt x="685984" y="48288"/>
                </a:lnTo>
                <a:lnTo>
                  <a:pt x="682732" y="46380"/>
                </a:lnTo>
                <a:close/>
              </a:path>
              <a:path w="692150" h="103504">
                <a:moveTo>
                  <a:pt x="685984" y="48288"/>
                </a:moveTo>
                <a:lnTo>
                  <a:pt x="685926" y="55515"/>
                </a:lnTo>
                <a:lnTo>
                  <a:pt x="692150" y="51904"/>
                </a:lnTo>
                <a:lnTo>
                  <a:pt x="685984" y="48288"/>
                </a:lnTo>
                <a:close/>
              </a:path>
              <a:path w="692150" h="103504">
                <a:moveTo>
                  <a:pt x="603631" y="0"/>
                </a:moveTo>
                <a:lnTo>
                  <a:pt x="599820" y="1015"/>
                </a:lnTo>
                <a:lnTo>
                  <a:pt x="596264" y="7061"/>
                </a:lnTo>
                <a:lnTo>
                  <a:pt x="597281" y="10947"/>
                </a:lnTo>
                <a:lnTo>
                  <a:pt x="667112" y="51904"/>
                </a:lnTo>
                <a:lnTo>
                  <a:pt x="666877" y="51904"/>
                </a:lnTo>
                <a:lnTo>
                  <a:pt x="676401" y="46380"/>
                </a:lnTo>
                <a:lnTo>
                  <a:pt x="682732" y="46380"/>
                </a:lnTo>
                <a:lnTo>
                  <a:pt x="603631" y="0"/>
                </a:lnTo>
                <a:close/>
              </a:path>
              <a:path w="692150" h="103504">
                <a:moveTo>
                  <a:pt x="683132" y="45529"/>
                </a:moveTo>
                <a:lnTo>
                  <a:pt x="681282" y="45529"/>
                </a:lnTo>
                <a:lnTo>
                  <a:pt x="685622" y="48075"/>
                </a:lnTo>
                <a:lnTo>
                  <a:pt x="683132" y="45529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727450" y="5403850"/>
            <a:ext cx="996950" cy="395605"/>
            <a:chOff x="3727450" y="5403850"/>
            <a:chExt cx="996950" cy="395605"/>
          </a:xfrm>
        </p:grpSpPr>
        <p:sp>
          <p:nvSpPr>
            <p:cNvPr id="13" name="object 13"/>
            <p:cNvSpPr/>
            <p:nvPr/>
          </p:nvSpPr>
          <p:spPr>
            <a:xfrm>
              <a:off x="3733800" y="5410200"/>
              <a:ext cx="533400" cy="382905"/>
            </a:xfrm>
            <a:custGeom>
              <a:avLst/>
              <a:gdLst/>
              <a:ahLst/>
              <a:cxnLst/>
              <a:rect l="l" t="t" r="r" b="b"/>
              <a:pathLst>
                <a:path w="533400" h="382904">
                  <a:moveTo>
                    <a:pt x="0" y="0"/>
                  </a:moveTo>
                  <a:lnTo>
                    <a:pt x="533400" y="1650"/>
                  </a:lnTo>
                </a:path>
                <a:path w="533400" h="382904">
                  <a:moveTo>
                    <a:pt x="0" y="381000"/>
                  </a:moveTo>
                  <a:lnTo>
                    <a:pt x="533400" y="382587"/>
                  </a:lnTo>
                </a:path>
              </a:pathLst>
            </a:custGeom>
            <a:ln w="1270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437" y="5410962"/>
              <a:ext cx="1905" cy="381635"/>
            </a:xfrm>
            <a:custGeom>
              <a:avLst/>
              <a:gdLst/>
              <a:ahLst/>
              <a:cxnLst/>
              <a:rect l="l" t="t" r="r" b="b"/>
              <a:pathLst>
                <a:path w="1904" h="381635">
                  <a:moveTo>
                    <a:pt x="1524" y="0"/>
                  </a:moveTo>
                  <a:lnTo>
                    <a:pt x="0" y="381025"/>
                  </a:lnTo>
                </a:path>
              </a:pathLst>
            </a:custGeom>
            <a:ln w="12699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0850" y="5512180"/>
              <a:ext cx="463550" cy="103505"/>
            </a:xfrm>
            <a:custGeom>
              <a:avLst/>
              <a:gdLst/>
              <a:ahLst/>
              <a:cxnLst/>
              <a:rect l="l" t="t" r="r" b="b"/>
              <a:pathLst>
                <a:path w="463550" h="103504">
                  <a:moveTo>
                    <a:pt x="447801" y="46482"/>
                  </a:moveTo>
                  <a:lnTo>
                    <a:pt x="368426" y="92405"/>
                  </a:lnTo>
                  <a:lnTo>
                    <a:pt x="367411" y="96291"/>
                  </a:lnTo>
                  <a:lnTo>
                    <a:pt x="369062" y="99326"/>
                  </a:lnTo>
                  <a:lnTo>
                    <a:pt x="370839" y="102362"/>
                  </a:lnTo>
                  <a:lnTo>
                    <a:pt x="374776" y="103403"/>
                  </a:lnTo>
                  <a:lnTo>
                    <a:pt x="454129" y="57404"/>
                  </a:lnTo>
                  <a:lnTo>
                    <a:pt x="447801" y="57404"/>
                  </a:lnTo>
                  <a:lnTo>
                    <a:pt x="438506" y="51943"/>
                  </a:lnTo>
                  <a:lnTo>
                    <a:pt x="447801" y="51943"/>
                  </a:lnTo>
                  <a:lnTo>
                    <a:pt x="447801" y="46482"/>
                  </a:lnTo>
                  <a:close/>
                </a:path>
                <a:path w="463550" h="103504">
                  <a:moveTo>
                    <a:pt x="6350" y="44069"/>
                  </a:moveTo>
                  <a:lnTo>
                    <a:pt x="2921" y="44069"/>
                  </a:lnTo>
                  <a:lnTo>
                    <a:pt x="0" y="46863"/>
                  </a:lnTo>
                  <a:lnTo>
                    <a:pt x="0" y="53848"/>
                  </a:lnTo>
                  <a:lnTo>
                    <a:pt x="2794" y="56769"/>
                  </a:lnTo>
                  <a:lnTo>
                    <a:pt x="454405" y="58293"/>
                  </a:lnTo>
                  <a:lnTo>
                    <a:pt x="427387" y="58293"/>
                  </a:lnTo>
                  <a:lnTo>
                    <a:pt x="438363" y="51943"/>
                  </a:lnTo>
                  <a:lnTo>
                    <a:pt x="438506" y="51943"/>
                  </a:lnTo>
                  <a:lnTo>
                    <a:pt x="427697" y="45593"/>
                  </a:lnTo>
                  <a:lnTo>
                    <a:pt x="450977" y="45593"/>
                  </a:lnTo>
                  <a:lnTo>
                    <a:pt x="6350" y="44069"/>
                  </a:lnTo>
                  <a:close/>
                </a:path>
                <a:path w="463550" h="103504">
                  <a:moveTo>
                    <a:pt x="457190" y="55629"/>
                  </a:moveTo>
                  <a:lnTo>
                    <a:pt x="452595" y="58293"/>
                  </a:lnTo>
                  <a:lnTo>
                    <a:pt x="454405" y="58293"/>
                  </a:lnTo>
                  <a:lnTo>
                    <a:pt x="457190" y="55629"/>
                  </a:lnTo>
                  <a:close/>
                </a:path>
                <a:path w="463550" h="103504">
                  <a:moveTo>
                    <a:pt x="447801" y="51943"/>
                  </a:moveTo>
                  <a:lnTo>
                    <a:pt x="438506" y="51943"/>
                  </a:lnTo>
                  <a:lnTo>
                    <a:pt x="447801" y="57404"/>
                  </a:lnTo>
                  <a:lnTo>
                    <a:pt x="447801" y="51943"/>
                  </a:lnTo>
                  <a:close/>
                </a:path>
                <a:path w="463550" h="103504">
                  <a:moveTo>
                    <a:pt x="454259" y="46482"/>
                  </a:moveTo>
                  <a:lnTo>
                    <a:pt x="447801" y="46482"/>
                  </a:lnTo>
                  <a:lnTo>
                    <a:pt x="447801" y="57404"/>
                  </a:lnTo>
                  <a:lnTo>
                    <a:pt x="454129" y="57404"/>
                  </a:lnTo>
                  <a:lnTo>
                    <a:pt x="457190" y="55629"/>
                  </a:lnTo>
                  <a:lnTo>
                    <a:pt x="457326" y="55629"/>
                  </a:lnTo>
                  <a:lnTo>
                    <a:pt x="457326" y="48514"/>
                  </a:lnTo>
                  <a:lnTo>
                    <a:pt x="456826" y="47991"/>
                  </a:lnTo>
                  <a:lnTo>
                    <a:pt x="454259" y="46482"/>
                  </a:lnTo>
                  <a:close/>
                </a:path>
                <a:path w="463550" h="103504">
                  <a:moveTo>
                    <a:pt x="456826" y="47991"/>
                  </a:moveTo>
                  <a:lnTo>
                    <a:pt x="457326" y="48514"/>
                  </a:lnTo>
                  <a:lnTo>
                    <a:pt x="457326" y="55629"/>
                  </a:lnTo>
                  <a:lnTo>
                    <a:pt x="457190" y="55629"/>
                  </a:lnTo>
                  <a:lnTo>
                    <a:pt x="463550" y="51943"/>
                  </a:lnTo>
                  <a:lnTo>
                    <a:pt x="456826" y="47991"/>
                  </a:lnTo>
                  <a:close/>
                </a:path>
                <a:path w="463550" h="103504">
                  <a:moveTo>
                    <a:pt x="375158" y="0"/>
                  </a:moveTo>
                  <a:lnTo>
                    <a:pt x="371221" y="1016"/>
                  </a:lnTo>
                  <a:lnTo>
                    <a:pt x="367664" y="7112"/>
                  </a:lnTo>
                  <a:lnTo>
                    <a:pt x="368680" y="10922"/>
                  </a:lnTo>
                  <a:lnTo>
                    <a:pt x="438506" y="51943"/>
                  </a:lnTo>
                  <a:lnTo>
                    <a:pt x="438363" y="51943"/>
                  </a:lnTo>
                  <a:lnTo>
                    <a:pt x="447801" y="46482"/>
                  </a:lnTo>
                  <a:lnTo>
                    <a:pt x="454259" y="46482"/>
                  </a:lnTo>
                  <a:lnTo>
                    <a:pt x="375158" y="0"/>
                  </a:lnTo>
                  <a:close/>
                </a:path>
                <a:path w="463550" h="103504">
                  <a:moveTo>
                    <a:pt x="454533" y="45593"/>
                  </a:moveTo>
                  <a:lnTo>
                    <a:pt x="452746" y="45593"/>
                  </a:lnTo>
                  <a:lnTo>
                    <a:pt x="456826" y="47991"/>
                  </a:lnTo>
                  <a:lnTo>
                    <a:pt x="454533" y="45593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53000" y="5334000"/>
            <a:ext cx="2057400" cy="457200"/>
          </a:xfrm>
          <a:prstGeom prst="rect">
            <a:avLst/>
          </a:prstGeom>
          <a:solidFill>
            <a:srgbClr val="90C225"/>
          </a:solidFill>
          <a:ln w="19050">
            <a:solidFill>
              <a:srgbClr val="688E18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Different</a:t>
            </a:r>
            <a:r>
              <a:rPr sz="18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ids.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98650" y="6426682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4">
                <a:moveTo>
                  <a:pt x="676401" y="46380"/>
                </a:moveTo>
                <a:lnTo>
                  <a:pt x="597026" y="92417"/>
                </a:lnTo>
                <a:lnTo>
                  <a:pt x="596011" y="96304"/>
                </a:lnTo>
                <a:lnTo>
                  <a:pt x="599567" y="102374"/>
                </a:lnTo>
                <a:lnTo>
                  <a:pt x="603376" y="103403"/>
                </a:lnTo>
                <a:lnTo>
                  <a:pt x="682758" y="57353"/>
                </a:lnTo>
                <a:lnTo>
                  <a:pt x="676401" y="57353"/>
                </a:lnTo>
                <a:lnTo>
                  <a:pt x="667112" y="51904"/>
                </a:lnTo>
                <a:lnTo>
                  <a:pt x="676401" y="51904"/>
                </a:lnTo>
                <a:lnTo>
                  <a:pt x="676401" y="46380"/>
                </a:lnTo>
                <a:close/>
              </a:path>
              <a:path w="692150" h="103504">
                <a:moveTo>
                  <a:pt x="6350" y="43967"/>
                </a:moveTo>
                <a:lnTo>
                  <a:pt x="2781" y="43967"/>
                </a:lnTo>
                <a:lnTo>
                  <a:pt x="0" y="46799"/>
                </a:lnTo>
                <a:lnTo>
                  <a:pt x="0" y="53809"/>
                </a:lnTo>
                <a:lnTo>
                  <a:pt x="2806" y="56667"/>
                </a:lnTo>
                <a:lnTo>
                  <a:pt x="683132" y="58229"/>
                </a:lnTo>
                <a:lnTo>
                  <a:pt x="655972" y="58229"/>
                </a:lnTo>
                <a:lnTo>
                  <a:pt x="666876" y="51904"/>
                </a:lnTo>
                <a:lnTo>
                  <a:pt x="667112" y="51904"/>
                </a:lnTo>
                <a:lnTo>
                  <a:pt x="656242" y="45529"/>
                </a:lnTo>
                <a:lnTo>
                  <a:pt x="679577" y="45529"/>
                </a:lnTo>
                <a:lnTo>
                  <a:pt x="6350" y="43967"/>
                </a:lnTo>
                <a:close/>
              </a:path>
              <a:path w="692150" h="103504">
                <a:moveTo>
                  <a:pt x="685655" y="55672"/>
                </a:moveTo>
                <a:lnTo>
                  <a:pt x="681247" y="58229"/>
                </a:lnTo>
                <a:lnTo>
                  <a:pt x="683132" y="58229"/>
                </a:lnTo>
                <a:lnTo>
                  <a:pt x="685655" y="55672"/>
                </a:lnTo>
                <a:close/>
              </a:path>
              <a:path w="692150" h="103504">
                <a:moveTo>
                  <a:pt x="676401" y="51904"/>
                </a:moveTo>
                <a:lnTo>
                  <a:pt x="667112" y="51904"/>
                </a:lnTo>
                <a:lnTo>
                  <a:pt x="676401" y="57353"/>
                </a:lnTo>
                <a:lnTo>
                  <a:pt x="676401" y="51904"/>
                </a:lnTo>
                <a:close/>
              </a:path>
              <a:path w="692150" h="103504">
                <a:moveTo>
                  <a:pt x="682732" y="46380"/>
                </a:moveTo>
                <a:lnTo>
                  <a:pt x="676401" y="46380"/>
                </a:lnTo>
                <a:lnTo>
                  <a:pt x="676401" y="57353"/>
                </a:lnTo>
                <a:lnTo>
                  <a:pt x="682758" y="57353"/>
                </a:lnTo>
                <a:lnTo>
                  <a:pt x="685655" y="55672"/>
                </a:lnTo>
                <a:lnTo>
                  <a:pt x="685810" y="55515"/>
                </a:lnTo>
                <a:lnTo>
                  <a:pt x="685939" y="53809"/>
                </a:lnTo>
                <a:lnTo>
                  <a:pt x="685984" y="48288"/>
                </a:lnTo>
                <a:lnTo>
                  <a:pt x="682732" y="46380"/>
                </a:lnTo>
                <a:close/>
              </a:path>
              <a:path w="692150" h="103504">
                <a:moveTo>
                  <a:pt x="685984" y="48288"/>
                </a:moveTo>
                <a:lnTo>
                  <a:pt x="685926" y="55515"/>
                </a:lnTo>
                <a:lnTo>
                  <a:pt x="692150" y="51904"/>
                </a:lnTo>
                <a:lnTo>
                  <a:pt x="685984" y="48288"/>
                </a:lnTo>
                <a:close/>
              </a:path>
              <a:path w="692150" h="103504">
                <a:moveTo>
                  <a:pt x="603631" y="0"/>
                </a:moveTo>
                <a:lnTo>
                  <a:pt x="599820" y="1015"/>
                </a:lnTo>
                <a:lnTo>
                  <a:pt x="596264" y="7061"/>
                </a:lnTo>
                <a:lnTo>
                  <a:pt x="597281" y="10947"/>
                </a:lnTo>
                <a:lnTo>
                  <a:pt x="667112" y="51904"/>
                </a:lnTo>
                <a:lnTo>
                  <a:pt x="666876" y="51904"/>
                </a:lnTo>
                <a:lnTo>
                  <a:pt x="676401" y="46380"/>
                </a:lnTo>
                <a:lnTo>
                  <a:pt x="682732" y="46380"/>
                </a:lnTo>
                <a:lnTo>
                  <a:pt x="603631" y="0"/>
                </a:lnTo>
                <a:close/>
              </a:path>
              <a:path w="692150" h="103504">
                <a:moveTo>
                  <a:pt x="683132" y="45529"/>
                </a:moveTo>
                <a:lnTo>
                  <a:pt x="681282" y="45529"/>
                </a:lnTo>
                <a:lnTo>
                  <a:pt x="685622" y="48075"/>
                </a:lnTo>
                <a:lnTo>
                  <a:pt x="683132" y="45529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79907"/>
            <a:ext cx="7272020" cy="170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0"/>
              </a:spcBef>
              <a:tabLst>
                <a:tab pos="354965" algn="l"/>
                <a:tab pos="4290060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there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modification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make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destination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endParaRPr sz="1700">
              <a:latin typeface="Trebuchet MS"/>
              <a:cs typeface="Trebuchet MS"/>
            </a:endParaRPr>
          </a:p>
          <a:p>
            <a:pPr marL="355600">
              <a:lnSpc>
                <a:spcPts val="1835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reflect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list.</a:t>
            </a:r>
            <a:endParaRPr sz="1700">
              <a:latin typeface="Trebuchet MS"/>
              <a:cs typeface="Trebuchet MS"/>
            </a:endParaRPr>
          </a:p>
          <a:p>
            <a:pPr marL="355600" marR="204470" indent="-342900">
              <a:lnSpc>
                <a:spcPct val="80000"/>
              </a:lnSpc>
              <a:spcBef>
                <a:spcPts val="1000"/>
              </a:spcBef>
              <a:buClr>
                <a:srgbClr val="90C225"/>
              </a:buClr>
              <a:buSzPct val="79411"/>
              <a:buFont typeface="Wingdings"/>
              <a:buChar char=""/>
              <a:tabLst>
                <a:tab pos="355600" algn="l"/>
                <a:tab pos="1667510" algn="l"/>
                <a:tab pos="3170555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DEEP</a:t>
            </a:r>
            <a:r>
              <a:rPr sz="17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COPY: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Initial</a:t>
            </a:r>
            <a:r>
              <a:rPr sz="17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content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of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destination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are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same.</a:t>
            </a:r>
            <a:endParaRPr sz="17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Address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 object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destination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same.</a:t>
            </a:r>
            <a:endParaRPr sz="17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Modification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reflected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each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other.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56442"/>
            <a:ext cx="2442845" cy="13633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530860" algn="l"/>
              </a:tabLst>
            </a:pP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700">
              <a:latin typeface="Trebuchet MS"/>
              <a:cs typeface="Trebuchet MS"/>
            </a:endParaRPr>
          </a:p>
          <a:p>
            <a:pPr marL="598170">
              <a:lnSpc>
                <a:spcPct val="100000"/>
              </a:lnSpc>
              <a:spcBef>
                <a:spcPts val="5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L2=L1</a:t>
            </a:r>
            <a:endParaRPr sz="1700">
              <a:latin typeface="Trebuchet MS"/>
              <a:cs typeface="Trebuchet MS"/>
            </a:endParaRPr>
          </a:p>
          <a:p>
            <a:pPr marL="598170" marR="5080">
              <a:lnSpc>
                <a:spcPct val="128800"/>
              </a:lnSpc>
              <a:spcBef>
                <a:spcPts val="1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print(L1,L2) print(id(L1),id(L2))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5885" y="2626588"/>
            <a:ext cx="2414905" cy="69342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contain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content</a:t>
            </a:r>
            <a:endParaRPr sz="1700">
              <a:latin typeface="Trebuchet MS"/>
              <a:cs typeface="Trebuchet MS"/>
            </a:endParaRPr>
          </a:p>
          <a:p>
            <a:pPr marL="694690">
              <a:lnSpc>
                <a:spcPct val="100000"/>
              </a:lnSpc>
              <a:spcBef>
                <a:spcPts val="59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address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629634"/>
            <a:ext cx="6795134" cy="2572385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6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L1.append(9)</a:t>
            </a:r>
            <a:endParaRPr sz="1700">
              <a:latin typeface="Trebuchet MS"/>
              <a:cs typeface="Trebuchet MS"/>
            </a:endParaRPr>
          </a:p>
          <a:p>
            <a:pPr marL="598170">
              <a:lnSpc>
                <a:spcPct val="100000"/>
              </a:lnSpc>
              <a:spcBef>
                <a:spcPts val="590"/>
              </a:spcBef>
              <a:tabLst>
                <a:tab pos="3117215" algn="l"/>
                <a:tab pos="480377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print(L1,L2)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[1,2,3,4,5,9]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[1,2,3,4,5,9]</a:t>
            </a:r>
            <a:endParaRPr sz="1700">
              <a:latin typeface="Trebuchet MS"/>
              <a:cs typeface="Trebuchet MS"/>
            </a:endParaRPr>
          </a:p>
          <a:p>
            <a:pPr marL="355600" marR="5080" indent="-342900">
              <a:lnSpc>
                <a:spcPts val="1630"/>
              </a:lnSpc>
              <a:spcBef>
                <a:spcPts val="985"/>
              </a:spcBef>
            </a:pPr>
            <a:r>
              <a:rPr sz="1700" dirty="0">
                <a:solidFill>
                  <a:srgbClr val="90C225"/>
                </a:solidFill>
                <a:latin typeface="Trebuchet MS"/>
                <a:cs typeface="Trebuchet MS"/>
              </a:rPr>
              <a:t>VI)</a:t>
            </a:r>
            <a:r>
              <a:rPr sz="1700" spc="-2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REVERSE</a:t>
            </a:r>
            <a:r>
              <a:rPr sz="17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FUNCTION:</a:t>
            </a:r>
            <a:r>
              <a:rPr sz="17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obtain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reverse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the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given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list.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700" b="1" i="1" spc="-20" dirty="0">
                <a:solidFill>
                  <a:srgbClr val="404040"/>
                </a:solidFill>
                <a:latin typeface="Trebuchet MS"/>
                <a:cs typeface="Trebuchet MS"/>
              </a:rPr>
              <a:t>SYNTAX</a:t>
            </a:r>
            <a:r>
              <a:rPr sz="1700" i="1" spc="-2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i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i="1" spc="-10" dirty="0">
                <a:solidFill>
                  <a:srgbClr val="404040"/>
                </a:solidFill>
                <a:latin typeface="Trebuchet MS"/>
                <a:cs typeface="Trebuchet MS"/>
              </a:rPr>
              <a:t>L2=L1.reverse</a:t>
            </a:r>
            <a:endParaRPr sz="1700">
              <a:latin typeface="Trebuchet MS"/>
              <a:cs typeface="Trebuchet MS"/>
            </a:endParaRPr>
          </a:p>
          <a:p>
            <a:pPr marR="5007610" algn="r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700">
              <a:latin typeface="Trebuchet MS"/>
              <a:cs typeface="Trebuchet MS"/>
            </a:endParaRPr>
          </a:p>
          <a:p>
            <a:pPr marR="4966335" algn="r">
              <a:lnSpc>
                <a:spcPct val="100000"/>
              </a:lnSpc>
              <a:spcBef>
                <a:spcPts val="5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L2=L1.reverse</a:t>
            </a:r>
            <a:endParaRPr sz="1700">
              <a:latin typeface="Trebuchet MS"/>
              <a:cs typeface="Trebuchet MS"/>
            </a:endParaRPr>
          </a:p>
          <a:p>
            <a:pPr marL="468630">
              <a:lnSpc>
                <a:spcPct val="100000"/>
              </a:lnSpc>
              <a:spcBef>
                <a:spcPts val="600"/>
              </a:spcBef>
              <a:tabLst>
                <a:tab pos="298640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print(L1,L2)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[5,4,3,2,1]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27250" y="2921507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66" y="51815"/>
                </a:moveTo>
                <a:lnTo>
                  <a:pt x="892100" y="53847"/>
                </a:ln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7" y="102362"/>
                </a:lnTo>
                <a:lnTo>
                  <a:pt x="832104" y="103377"/>
                </a:lnTo>
                <a:lnTo>
                  <a:pt x="835151" y="101726"/>
                </a:lnTo>
                <a:lnTo>
                  <a:pt x="911384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599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5">
                <a:moveTo>
                  <a:pt x="914352" y="55546"/>
                </a:moveTo>
                <a:lnTo>
                  <a:pt x="909859" y="58165"/>
                </a:lnTo>
                <a:lnTo>
                  <a:pt x="911732" y="58165"/>
                </a:lnTo>
                <a:lnTo>
                  <a:pt x="914352" y="55546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84" y="57276"/>
                </a:lnTo>
                <a:lnTo>
                  <a:pt x="914352" y="55546"/>
                </a:lnTo>
                <a:lnTo>
                  <a:pt x="914526" y="55546"/>
                </a:lnTo>
                <a:lnTo>
                  <a:pt x="914526" y="48387"/>
                </a:lnTo>
                <a:lnTo>
                  <a:pt x="914061" y="47900"/>
                </a:lnTo>
                <a:lnTo>
                  <a:pt x="911421" y="46354"/>
                </a:lnTo>
                <a:close/>
              </a:path>
              <a:path w="920750" h="103505">
                <a:moveTo>
                  <a:pt x="914061" y="47900"/>
                </a:moveTo>
                <a:lnTo>
                  <a:pt x="914526" y="48387"/>
                </a:lnTo>
                <a:lnTo>
                  <a:pt x="914526" y="55546"/>
                </a:lnTo>
                <a:lnTo>
                  <a:pt x="914352" y="55546"/>
                </a:lnTo>
                <a:lnTo>
                  <a:pt x="920750" y="51815"/>
                </a:lnTo>
                <a:lnTo>
                  <a:pt x="914061" y="47900"/>
                </a:lnTo>
                <a:close/>
              </a:path>
              <a:path w="920750" h="103505">
                <a:moveTo>
                  <a:pt x="832231" y="0"/>
                </a:moveTo>
                <a:lnTo>
                  <a:pt x="828294" y="1015"/>
                </a:lnTo>
                <a:lnTo>
                  <a:pt x="826516" y="4063"/>
                </a:lnTo>
                <a:lnTo>
                  <a:pt x="824864" y="7112"/>
                </a:lnTo>
                <a:lnTo>
                  <a:pt x="825881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1" y="0"/>
                </a:lnTo>
                <a:close/>
              </a:path>
              <a:path w="920750" h="103505">
                <a:moveTo>
                  <a:pt x="911732" y="45465"/>
                </a:moveTo>
                <a:lnTo>
                  <a:pt x="909903" y="45465"/>
                </a:lnTo>
                <a:lnTo>
                  <a:pt x="914061" y="47900"/>
                </a:lnTo>
                <a:lnTo>
                  <a:pt x="9117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60650" y="3300984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4">
                <a:moveTo>
                  <a:pt x="895666" y="51815"/>
                </a:moveTo>
                <a:lnTo>
                  <a:pt x="892317" y="53720"/>
                </a:lnTo>
                <a:lnTo>
                  <a:pt x="828675" y="90677"/>
                </a:lnTo>
                <a:lnTo>
                  <a:pt x="825626" y="92328"/>
                </a:lnTo>
                <a:lnTo>
                  <a:pt x="824611" y="96265"/>
                </a:lnTo>
                <a:lnTo>
                  <a:pt x="828166" y="102362"/>
                </a:lnTo>
                <a:lnTo>
                  <a:pt x="832103" y="103377"/>
                </a:lnTo>
                <a:lnTo>
                  <a:pt x="911361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4">
                <a:moveTo>
                  <a:pt x="6350" y="43814"/>
                </a:moveTo>
                <a:lnTo>
                  <a:pt x="2793" y="43814"/>
                </a:lnTo>
                <a:lnTo>
                  <a:pt x="0" y="46736"/>
                </a:lnTo>
                <a:lnTo>
                  <a:pt x="0" y="53720"/>
                </a:lnTo>
                <a:lnTo>
                  <a:pt x="2793" y="56514"/>
                </a:lnTo>
                <a:lnTo>
                  <a:pt x="911733" y="58165"/>
                </a:lnTo>
                <a:lnTo>
                  <a:pt x="884662" y="58165"/>
                </a:lnTo>
                <a:lnTo>
                  <a:pt x="895597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814"/>
                </a:lnTo>
                <a:close/>
              </a:path>
              <a:path w="920750" h="103504">
                <a:moveTo>
                  <a:pt x="914374" y="55524"/>
                </a:moveTo>
                <a:lnTo>
                  <a:pt x="909833" y="58165"/>
                </a:lnTo>
                <a:lnTo>
                  <a:pt x="911733" y="58165"/>
                </a:lnTo>
                <a:lnTo>
                  <a:pt x="914374" y="55524"/>
                </a:lnTo>
                <a:close/>
              </a:path>
              <a:path w="920750" h="103504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4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61" y="57276"/>
                </a:lnTo>
                <a:lnTo>
                  <a:pt x="914374" y="55524"/>
                </a:lnTo>
                <a:lnTo>
                  <a:pt x="914526" y="55524"/>
                </a:lnTo>
                <a:lnTo>
                  <a:pt x="914526" y="48260"/>
                </a:lnTo>
                <a:lnTo>
                  <a:pt x="914675" y="48260"/>
                </a:lnTo>
                <a:lnTo>
                  <a:pt x="911421" y="46354"/>
                </a:lnTo>
                <a:close/>
              </a:path>
              <a:path w="920750" h="103504">
                <a:moveTo>
                  <a:pt x="914675" y="48260"/>
                </a:moveTo>
                <a:lnTo>
                  <a:pt x="914526" y="48260"/>
                </a:lnTo>
                <a:lnTo>
                  <a:pt x="914526" y="55524"/>
                </a:lnTo>
                <a:lnTo>
                  <a:pt x="914374" y="55524"/>
                </a:lnTo>
                <a:lnTo>
                  <a:pt x="920750" y="51815"/>
                </a:lnTo>
                <a:lnTo>
                  <a:pt x="914675" y="48260"/>
                </a:lnTo>
                <a:close/>
              </a:path>
              <a:path w="920750" h="103504">
                <a:moveTo>
                  <a:pt x="832230" y="0"/>
                </a:moveTo>
                <a:lnTo>
                  <a:pt x="828294" y="1015"/>
                </a:lnTo>
                <a:lnTo>
                  <a:pt x="826515" y="4063"/>
                </a:lnTo>
                <a:lnTo>
                  <a:pt x="824738" y="6985"/>
                </a:lnTo>
                <a:lnTo>
                  <a:pt x="825880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0" y="0"/>
                </a:lnTo>
                <a:close/>
              </a:path>
              <a:path w="920750" h="103504">
                <a:moveTo>
                  <a:pt x="911733" y="45465"/>
                </a:moveTo>
                <a:lnTo>
                  <a:pt x="909903" y="45465"/>
                </a:lnTo>
                <a:lnTo>
                  <a:pt x="914675" y="48260"/>
                </a:lnTo>
                <a:lnTo>
                  <a:pt x="914526" y="48260"/>
                </a:lnTo>
                <a:lnTo>
                  <a:pt x="9117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3450" y="4443984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4">
                <a:moveTo>
                  <a:pt x="895666" y="51816"/>
                </a:moveTo>
                <a:lnTo>
                  <a:pt x="892317" y="53721"/>
                </a:lnTo>
                <a:lnTo>
                  <a:pt x="828675" y="90678"/>
                </a:lnTo>
                <a:lnTo>
                  <a:pt x="825626" y="92329"/>
                </a:lnTo>
                <a:lnTo>
                  <a:pt x="824611" y="96266"/>
                </a:lnTo>
                <a:lnTo>
                  <a:pt x="828167" y="102362"/>
                </a:lnTo>
                <a:lnTo>
                  <a:pt x="832104" y="103378"/>
                </a:lnTo>
                <a:lnTo>
                  <a:pt x="911361" y="57277"/>
                </a:lnTo>
                <a:lnTo>
                  <a:pt x="905001" y="57277"/>
                </a:lnTo>
                <a:lnTo>
                  <a:pt x="895666" y="51816"/>
                </a:lnTo>
                <a:close/>
              </a:path>
              <a:path w="920750" h="103504">
                <a:moveTo>
                  <a:pt x="6350" y="43815"/>
                </a:moveTo>
                <a:lnTo>
                  <a:pt x="2793" y="43815"/>
                </a:lnTo>
                <a:lnTo>
                  <a:pt x="0" y="46736"/>
                </a:lnTo>
                <a:lnTo>
                  <a:pt x="0" y="53721"/>
                </a:lnTo>
                <a:lnTo>
                  <a:pt x="2793" y="56515"/>
                </a:lnTo>
                <a:lnTo>
                  <a:pt x="911733" y="58166"/>
                </a:lnTo>
                <a:lnTo>
                  <a:pt x="884662" y="58166"/>
                </a:lnTo>
                <a:lnTo>
                  <a:pt x="895597" y="51816"/>
                </a:lnTo>
                <a:lnTo>
                  <a:pt x="884812" y="45466"/>
                </a:lnTo>
                <a:lnTo>
                  <a:pt x="908177" y="45466"/>
                </a:lnTo>
                <a:lnTo>
                  <a:pt x="6350" y="43815"/>
                </a:lnTo>
                <a:close/>
              </a:path>
              <a:path w="920750" h="103504">
                <a:moveTo>
                  <a:pt x="914374" y="55524"/>
                </a:moveTo>
                <a:lnTo>
                  <a:pt x="909833" y="58166"/>
                </a:lnTo>
                <a:lnTo>
                  <a:pt x="911732" y="58166"/>
                </a:lnTo>
                <a:lnTo>
                  <a:pt x="914374" y="55524"/>
                </a:lnTo>
                <a:close/>
              </a:path>
              <a:path w="920750" h="103504">
                <a:moveTo>
                  <a:pt x="905001" y="46355"/>
                </a:moveTo>
                <a:lnTo>
                  <a:pt x="895666" y="51816"/>
                </a:lnTo>
                <a:lnTo>
                  <a:pt x="905001" y="57277"/>
                </a:lnTo>
                <a:lnTo>
                  <a:pt x="905001" y="46355"/>
                </a:lnTo>
                <a:close/>
              </a:path>
              <a:path w="920750" h="103504">
                <a:moveTo>
                  <a:pt x="911421" y="46355"/>
                </a:moveTo>
                <a:lnTo>
                  <a:pt x="905001" y="46355"/>
                </a:lnTo>
                <a:lnTo>
                  <a:pt x="905001" y="57277"/>
                </a:lnTo>
                <a:lnTo>
                  <a:pt x="911361" y="57277"/>
                </a:lnTo>
                <a:lnTo>
                  <a:pt x="914374" y="55524"/>
                </a:lnTo>
                <a:lnTo>
                  <a:pt x="914526" y="55524"/>
                </a:lnTo>
                <a:lnTo>
                  <a:pt x="914526" y="48260"/>
                </a:lnTo>
                <a:lnTo>
                  <a:pt x="914675" y="48260"/>
                </a:lnTo>
                <a:lnTo>
                  <a:pt x="911421" y="46355"/>
                </a:lnTo>
                <a:close/>
              </a:path>
              <a:path w="920750" h="103504">
                <a:moveTo>
                  <a:pt x="914675" y="48260"/>
                </a:moveTo>
                <a:lnTo>
                  <a:pt x="914526" y="48260"/>
                </a:lnTo>
                <a:lnTo>
                  <a:pt x="914526" y="55524"/>
                </a:lnTo>
                <a:lnTo>
                  <a:pt x="914374" y="55524"/>
                </a:lnTo>
                <a:lnTo>
                  <a:pt x="920750" y="51816"/>
                </a:lnTo>
                <a:lnTo>
                  <a:pt x="914675" y="48260"/>
                </a:lnTo>
                <a:close/>
              </a:path>
              <a:path w="920750" h="103504">
                <a:moveTo>
                  <a:pt x="832231" y="0"/>
                </a:moveTo>
                <a:lnTo>
                  <a:pt x="828294" y="1016"/>
                </a:lnTo>
                <a:lnTo>
                  <a:pt x="826516" y="4064"/>
                </a:lnTo>
                <a:lnTo>
                  <a:pt x="824864" y="6985"/>
                </a:lnTo>
                <a:lnTo>
                  <a:pt x="825881" y="10922"/>
                </a:lnTo>
                <a:lnTo>
                  <a:pt x="828801" y="12700"/>
                </a:lnTo>
                <a:lnTo>
                  <a:pt x="895666" y="51816"/>
                </a:lnTo>
                <a:lnTo>
                  <a:pt x="905001" y="46355"/>
                </a:lnTo>
                <a:lnTo>
                  <a:pt x="911421" y="46355"/>
                </a:lnTo>
                <a:lnTo>
                  <a:pt x="832231" y="0"/>
                </a:lnTo>
                <a:close/>
              </a:path>
              <a:path w="920750" h="103504">
                <a:moveTo>
                  <a:pt x="911732" y="45466"/>
                </a:moveTo>
                <a:lnTo>
                  <a:pt x="909903" y="45466"/>
                </a:lnTo>
                <a:lnTo>
                  <a:pt x="914675" y="48260"/>
                </a:lnTo>
                <a:lnTo>
                  <a:pt x="914526" y="48260"/>
                </a:lnTo>
                <a:lnTo>
                  <a:pt x="911732" y="45466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51050" y="6348945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4">
                <a:moveTo>
                  <a:pt x="905001" y="46342"/>
                </a:moveTo>
                <a:lnTo>
                  <a:pt x="825626" y="92417"/>
                </a:lnTo>
                <a:lnTo>
                  <a:pt x="824611" y="96304"/>
                </a:lnTo>
                <a:lnTo>
                  <a:pt x="828167" y="102374"/>
                </a:lnTo>
                <a:lnTo>
                  <a:pt x="832104" y="103403"/>
                </a:lnTo>
                <a:lnTo>
                  <a:pt x="911359" y="57315"/>
                </a:lnTo>
                <a:lnTo>
                  <a:pt x="905001" y="57315"/>
                </a:lnTo>
                <a:lnTo>
                  <a:pt x="895669" y="51854"/>
                </a:lnTo>
                <a:lnTo>
                  <a:pt x="905001" y="51854"/>
                </a:lnTo>
                <a:lnTo>
                  <a:pt x="905001" y="46342"/>
                </a:lnTo>
                <a:close/>
              </a:path>
              <a:path w="920750" h="103504">
                <a:moveTo>
                  <a:pt x="6350" y="43916"/>
                </a:moveTo>
                <a:lnTo>
                  <a:pt x="2781" y="43916"/>
                </a:lnTo>
                <a:lnTo>
                  <a:pt x="0" y="46748"/>
                </a:lnTo>
                <a:lnTo>
                  <a:pt x="0" y="53759"/>
                </a:lnTo>
                <a:lnTo>
                  <a:pt x="2806" y="56616"/>
                </a:lnTo>
                <a:lnTo>
                  <a:pt x="911733" y="58191"/>
                </a:lnTo>
                <a:lnTo>
                  <a:pt x="884589" y="58191"/>
                </a:lnTo>
                <a:lnTo>
                  <a:pt x="895506" y="51854"/>
                </a:lnTo>
                <a:lnTo>
                  <a:pt x="895669" y="51854"/>
                </a:lnTo>
                <a:lnTo>
                  <a:pt x="884796" y="45491"/>
                </a:lnTo>
                <a:lnTo>
                  <a:pt x="915508" y="45491"/>
                </a:lnTo>
                <a:lnTo>
                  <a:pt x="6350" y="43916"/>
                </a:lnTo>
                <a:close/>
              </a:path>
              <a:path w="920750" h="103504">
                <a:moveTo>
                  <a:pt x="914237" y="55641"/>
                </a:moveTo>
                <a:lnTo>
                  <a:pt x="909852" y="58191"/>
                </a:lnTo>
                <a:lnTo>
                  <a:pt x="911732" y="58191"/>
                </a:lnTo>
                <a:lnTo>
                  <a:pt x="914237" y="55641"/>
                </a:lnTo>
                <a:close/>
              </a:path>
              <a:path w="920750" h="103504">
                <a:moveTo>
                  <a:pt x="905001" y="51854"/>
                </a:moveTo>
                <a:lnTo>
                  <a:pt x="895669" y="51854"/>
                </a:lnTo>
                <a:lnTo>
                  <a:pt x="905001" y="57315"/>
                </a:lnTo>
                <a:lnTo>
                  <a:pt x="905001" y="51854"/>
                </a:lnTo>
                <a:close/>
              </a:path>
              <a:path w="920750" h="103504">
                <a:moveTo>
                  <a:pt x="911344" y="46342"/>
                </a:moveTo>
                <a:lnTo>
                  <a:pt x="905001" y="46342"/>
                </a:lnTo>
                <a:lnTo>
                  <a:pt x="905001" y="57315"/>
                </a:lnTo>
                <a:lnTo>
                  <a:pt x="911359" y="57315"/>
                </a:lnTo>
                <a:lnTo>
                  <a:pt x="914237" y="55641"/>
                </a:lnTo>
                <a:lnTo>
                  <a:pt x="914402" y="55473"/>
                </a:lnTo>
                <a:lnTo>
                  <a:pt x="914539" y="53759"/>
                </a:lnTo>
                <a:lnTo>
                  <a:pt x="914583" y="48240"/>
                </a:lnTo>
                <a:lnTo>
                  <a:pt x="911344" y="46342"/>
                </a:lnTo>
                <a:close/>
              </a:path>
              <a:path w="920750" h="103504">
                <a:moveTo>
                  <a:pt x="914583" y="48240"/>
                </a:moveTo>
                <a:lnTo>
                  <a:pt x="914525" y="55473"/>
                </a:lnTo>
                <a:lnTo>
                  <a:pt x="920750" y="51854"/>
                </a:lnTo>
                <a:lnTo>
                  <a:pt x="914583" y="48240"/>
                </a:lnTo>
                <a:close/>
              </a:path>
              <a:path w="920750" h="103504">
                <a:moveTo>
                  <a:pt x="832231" y="0"/>
                </a:moveTo>
                <a:lnTo>
                  <a:pt x="828294" y="1015"/>
                </a:lnTo>
                <a:lnTo>
                  <a:pt x="826516" y="4038"/>
                </a:lnTo>
                <a:lnTo>
                  <a:pt x="824864" y="7061"/>
                </a:lnTo>
                <a:lnTo>
                  <a:pt x="825881" y="10960"/>
                </a:lnTo>
                <a:lnTo>
                  <a:pt x="828801" y="12725"/>
                </a:lnTo>
                <a:lnTo>
                  <a:pt x="895669" y="51854"/>
                </a:lnTo>
                <a:lnTo>
                  <a:pt x="895506" y="51854"/>
                </a:lnTo>
                <a:lnTo>
                  <a:pt x="905001" y="46342"/>
                </a:lnTo>
                <a:lnTo>
                  <a:pt x="911344" y="46342"/>
                </a:lnTo>
                <a:lnTo>
                  <a:pt x="832231" y="0"/>
                </a:lnTo>
                <a:close/>
              </a:path>
              <a:path w="920750" h="103504">
                <a:moveTo>
                  <a:pt x="911732" y="45491"/>
                </a:moveTo>
                <a:lnTo>
                  <a:pt x="909892" y="45491"/>
                </a:lnTo>
                <a:lnTo>
                  <a:pt x="914228" y="48032"/>
                </a:lnTo>
                <a:lnTo>
                  <a:pt x="911732" y="45491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79907"/>
            <a:ext cx="7288530" cy="2371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2590" indent="-389890">
              <a:lnSpc>
                <a:spcPts val="1835"/>
              </a:lnSpc>
              <a:spcBef>
                <a:spcPts val="100"/>
              </a:spcBef>
              <a:buClr>
                <a:srgbClr val="90C225"/>
              </a:buClr>
              <a:buFont typeface="Trebuchet MS"/>
              <a:buAutoNum type="romanUcParenR" startAt="7"/>
              <a:tabLst>
                <a:tab pos="402590" algn="l"/>
              </a:tabLst>
            </a:pPr>
            <a:r>
              <a:rPr sz="1700" b="1" spc="-40" dirty="0">
                <a:solidFill>
                  <a:srgbClr val="404040"/>
                </a:solidFill>
                <a:latin typeface="Trebuchet MS"/>
                <a:cs typeface="Trebuchet MS"/>
              </a:rPr>
              <a:t>SORT: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sort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ascending</a:t>
            </a:r>
            <a:endParaRPr sz="1700">
              <a:latin typeface="Trebuchet MS"/>
              <a:cs typeface="Trebuchet MS"/>
            </a:endParaRPr>
          </a:p>
          <a:p>
            <a:pPr marL="355600">
              <a:lnSpc>
                <a:spcPts val="1835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order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.Provided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elements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homogenous.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L1=[3,7,1,4,8]</a:t>
            </a:r>
            <a:endParaRPr sz="1700">
              <a:latin typeface="Trebuchet MS"/>
              <a:cs typeface="Trebuchet MS"/>
            </a:endParaRPr>
          </a:p>
          <a:p>
            <a:pPr marL="402590">
              <a:lnSpc>
                <a:spcPct val="100000"/>
              </a:lnSpc>
              <a:spcBef>
                <a:spcPts val="5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L2=L1.sort()</a:t>
            </a:r>
            <a:endParaRPr sz="1700">
              <a:latin typeface="Trebuchet MS"/>
              <a:cs typeface="Trebuchet MS"/>
            </a:endParaRPr>
          </a:p>
          <a:p>
            <a:pPr marL="402590">
              <a:lnSpc>
                <a:spcPct val="100000"/>
              </a:lnSpc>
              <a:spcBef>
                <a:spcPts val="600"/>
              </a:spcBef>
              <a:tabLst>
                <a:tab pos="2164715" algn="l"/>
              </a:tabLst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print(L2)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[1,3,4,7,8]</a:t>
            </a:r>
            <a:endParaRPr sz="1700">
              <a:latin typeface="Trebuchet MS"/>
              <a:cs typeface="Trebuchet MS"/>
            </a:endParaRPr>
          </a:p>
          <a:p>
            <a:pPr marL="463550" indent="-450850">
              <a:lnSpc>
                <a:spcPts val="1835"/>
              </a:lnSpc>
              <a:spcBef>
                <a:spcPts val="590"/>
              </a:spcBef>
              <a:buClr>
                <a:srgbClr val="90C225"/>
              </a:buClr>
              <a:buFont typeface="Trebuchet MS"/>
              <a:buAutoNum type="romanUcParenR" startAt="8"/>
              <a:tabLst>
                <a:tab pos="463550" algn="l"/>
              </a:tabLst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CLEAR:</a:t>
            </a:r>
            <a:r>
              <a:rPr sz="17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clearing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removing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elements</a:t>
            </a:r>
            <a:endParaRPr sz="1700">
              <a:latin typeface="Trebuchet MS"/>
              <a:cs typeface="Trebuchet MS"/>
            </a:endParaRPr>
          </a:p>
          <a:p>
            <a:pPr marL="355600">
              <a:lnSpc>
                <a:spcPts val="1835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object.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2626588"/>
            <a:ext cx="1414145" cy="136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print(L1.len()) L2=L1.clear() print*(L2) print(L2.len())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0738" y="2700655"/>
            <a:ext cx="13906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3846" y="3368166"/>
            <a:ext cx="249554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[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65599" y="3703701"/>
            <a:ext cx="1390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037457"/>
            <a:ext cx="7253605" cy="124079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5080" indent="-343535">
              <a:lnSpc>
                <a:spcPts val="1630"/>
              </a:lnSpc>
              <a:spcBef>
                <a:spcPts val="500"/>
              </a:spcBef>
            </a:pPr>
            <a:r>
              <a:rPr sz="1700" dirty="0">
                <a:solidFill>
                  <a:srgbClr val="90C225"/>
                </a:solidFill>
                <a:latin typeface="Trebuchet MS"/>
                <a:cs typeface="Trebuchet MS"/>
              </a:rPr>
              <a:t>IX)</a:t>
            </a:r>
            <a:r>
              <a:rPr sz="17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DEL</a:t>
            </a:r>
            <a:r>
              <a:rPr sz="1700" b="1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FUNCTION:</a:t>
            </a:r>
            <a:r>
              <a:rPr sz="1700" b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present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built-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modules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default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imported.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Del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used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deleting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iterable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object.(list ,string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object also).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8120" y="5254650"/>
            <a:ext cx="1171575" cy="102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0">
              <a:lnSpc>
                <a:spcPct val="1288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del(L1) del(L1[0])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del(L1[0:2])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1559" y="5254650"/>
            <a:ext cx="1057910" cy="102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5080" indent="-141605">
              <a:lnSpc>
                <a:spcPct val="1288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error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[2,3,4,5]</a:t>
            </a:r>
            <a:endParaRPr sz="1700">
              <a:latin typeface="Trebuchet MS"/>
              <a:cs typeface="Trebuchet MS"/>
            </a:endParaRPr>
          </a:p>
          <a:p>
            <a:pPr marL="280035">
              <a:lnSpc>
                <a:spcPct val="100000"/>
              </a:lnSpc>
              <a:spcBef>
                <a:spcPts val="5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[3,4,5]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46250" y="16259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5">
                <a:moveTo>
                  <a:pt x="533371" y="55647"/>
                </a:moveTo>
                <a:lnTo>
                  <a:pt x="528817" y="58293"/>
                </a:lnTo>
                <a:lnTo>
                  <a:pt x="530606" y="58293"/>
                </a:lnTo>
                <a:lnTo>
                  <a:pt x="533371" y="55647"/>
                </a:lnTo>
                <a:close/>
              </a:path>
              <a:path w="539750" h="103505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5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5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5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79650" y="28451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5">
                <a:moveTo>
                  <a:pt x="533371" y="55647"/>
                </a:moveTo>
                <a:lnTo>
                  <a:pt x="528817" y="58293"/>
                </a:lnTo>
                <a:lnTo>
                  <a:pt x="530606" y="58293"/>
                </a:lnTo>
                <a:lnTo>
                  <a:pt x="533371" y="55647"/>
                </a:lnTo>
                <a:close/>
              </a:path>
              <a:path w="539750" h="103505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5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5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5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8650" y="35294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354"/>
                </a:moveTo>
                <a:lnTo>
                  <a:pt x="447675" y="90677"/>
                </a:lnTo>
                <a:lnTo>
                  <a:pt x="444626" y="92328"/>
                </a:lnTo>
                <a:lnTo>
                  <a:pt x="443611" y="96265"/>
                </a:lnTo>
                <a:lnTo>
                  <a:pt x="447167" y="102361"/>
                </a:lnTo>
                <a:lnTo>
                  <a:pt x="450976" y="103377"/>
                </a:lnTo>
                <a:lnTo>
                  <a:pt x="530324" y="57403"/>
                </a:lnTo>
                <a:lnTo>
                  <a:pt x="524001" y="57403"/>
                </a:lnTo>
                <a:lnTo>
                  <a:pt x="514706" y="51942"/>
                </a:lnTo>
                <a:lnTo>
                  <a:pt x="524001" y="51942"/>
                </a:lnTo>
                <a:lnTo>
                  <a:pt x="524001" y="46354"/>
                </a:lnTo>
                <a:close/>
              </a:path>
              <a:path w="539750" h="103504">
                <a:moveTo>
                  <a:pt x="6350" y="43941"/>
                </a:moveTo>
                <a:lnTo>
                  <a:pt x="2920" y="43941"/>
                </a:lnTo>
                <a:lnTo>
                  <a:pt x="0" y="46862"/>
                </a:lnTo>
                <a:lnTo>
                  <a:pt x="0" y="53847"/>
                </a:lnTo>
                <a:lnTo>
                  <a:pt x="2793" y="56641"/>
                </a:lnTo>
                <a:lnTo>
                  <a:pt x="530605" y="58292"/>
                </a:lnTo>
                <a:lnTo>
                  <a:pt x="503444" y="58292"/>
                </a:lnTo>
                <a:lnTo>
                  <a:pt x="514379" y="51942"/>
                </a:lnTo>
                <a:lnTo>
                  <a:pt x="514706" y="51942"/>
                </a:lnTo>
                <a:lnTo>
                  <a:pt x="503897" y="45592"/>
                </a:lnTo>
                <a:lnTo>
                  <a:pt x="527176" y="45592"/>
                </a:lnTo>
                <a:lnTo>
                  <a:pt x="6350" y="43941"/>
                </a:lnTo>
                <a:close/>
              </a:path>
              <a:path w="539750" h="103504">
                <a:moveTo>
                  <a:pt x="533107" y="55791"/>
                </a:moveTo>
                <a:lnTo>
                  <a:pt x="528790" y="58292"/>
                </a:lnTo>
                <a:lnTo>
                  <a:pt x="530606" y="58292"/>
                </a:lnTo>
                <a:lnTo>
                  <a:pt x="533107" y="55791"/>
                </a:lnTo>
                <a:close/>
              </a:path>
              <a:path w="539750" h="103504">
                <a:moveTo>
                  <a:pt x="524001" y="51942"/>
                </a:moveTo>
                <a:lnTo>
                  <a:pt x="514706" y="51942"/>
                </a:lnTo>
                <a:lnTo>
                  <a:pt x="524001" y="57403"/>
                </a:lnTo>
                <a:lnTo>
                  <a:pt x="524001" y="51942"/>
                </a:lnTo>
                <a:close/>
              </a:path>
              <a:path w="539750" h="103504">
                <a:moveTo>
                  <a:pt x="530229" y="46354"/>
                </a:moveTo>
                <a:lnTo>
                  <a:pt x="524001" y="46354"/>
                </a:lnTo>
                <a:lnTo>
                  <a:pt x="524001" y="57403"/>
                </a:lnTo>
                <a:lnTo>
                  <a:pt x="530324" y="57403"/>
                </a:lnTo>
                <a:lnTo>
                  <a:pt x="533107" y="55791"/>
                </a:lnTo>
                <a:lnTo>
                  <a:pt x="533526" y="55371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4"/>
                </a:lnTo>
                <a:close/>
              </a:path>
              <a:path w="539750" h="103504">
                <a:moveTo>
                  <a:pt x="533293" y="48153"/>
                </a:moveTo>
                <a:lnTo>
                  <a:pt x="533526" y="48387"/>
                </a:lnTo>
                <a:lnTo>
                  <a:pt x="533526" y="55371"/>
                </a:lnTo>
                <a:lnTo>
                  <a:pt x="533107" y="55791"/>
                </a:lnTo>
                <a:lnTo>
                  <a:pt x="539750" y="51942"/>
                </a:lnTo>
                <a:lnTo>
                  <a:pt x="533293" y="48153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5643" y="4063"/>
                </a:lnTo>
                <a:lnTo>
                  <a:pt x="443864" y="6984"/>
                </a:lnTo>
                <a:lnTo>
                  <a:pt x="444881" y="10921"/>
                </a:lnTo>
                <a:lnTo>
                  <a:pt x="514706" y="51942"/>
                </a:lnTo>
                <a:lnTo>
                  <a:pt x="514379" y="51942"/>
                </a:lnTo>
                <a:lnTo>
                  <a:pt x="524001" y="46354"/>
                </a:lnTo>
                <a:lnTo>
                  <a:pt x="530229" y="46354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930" y="45592"/>
                </a:lnTo>
                <a:lnTo>
                  <a:pt x="533293" y="48153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98650" y="5588418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431"/>
                </a:moveTo>
                <a:lnTo>
                  <a:pt x="444626" y="92417"/>
                </a:lnTo>
                <a:lnTo>
                  <a:pt x="443611" y="96304"/>
                </a:lnTo>
                <a:lnTo>
                  <a:pt x="447167" y="102374"/>
                </a:lnTo>
                <a:lnTo>
                  <a:pt x="450976" y="103403"/>
                </a:lnTo>
                <a:lnTo>
                  <a:pt x="530368" y="57403"/>
                </a:lnTo>
                <a:lnTo>
                  <a:pt x="524001" y="57403"/>
                </a:lnTo>
                <a:lnTo>
                  <a:pt x="514744" y="51968"/>
                </a:lnTo>
                <a:lnTo>
                  <a:pt x="524001" y="51968"/>
                </a:lnTo>
                <a:lnTo>
                  <a:pt x="524001" y="46431"/>
                </a:lnTo>
                <a:close/>
              </a:path>
              <a:path w="539750" h="103504">
                <a:moveTo>
                  <a:pt x="6350" y="44030"/>
                </a:moveTo>
                <a:lnTo>
                  <a:pt x="2907" y="44030"/>
                </a:lnTo>
                <a:lnTo>
                  <a:pt x="0" y="46850"/>
                </a:lnTo>
                <a:lnTo>
                  <a:pt x="0" y="53873"/>
                </a:lnTo>
                <a:lnTo>
                  <a:pt x="2806" y="56730"/>
                </a:lnTo>
                <a:lnTo>
                  <a:pt x="530606" y="58292"/>
                </a:lnTo>
                <a:lnTo>
                  <a:pt x="503528" y="58292"/>
                </a:lnTo>
                <a:lnTo>
                  <a:pt x="514444" y="51968"/>
                </a:lnTo>
                <a:lnTo>
                  <a:pt x="514744" y="51968"/>
                </a:lnTo>
                <a:lnTo>
                  <a:pt x="503886" y="45592"/>
                </a:lnTo>
                <a:lnTo>
                  <a:pt x="531446" y="45592"/>
                </a:lnTo>
                <a:lnTo>
                  <a:pt x="6350" y="44030"/>
                </a:lnTo>
                <a:close/>
              </a:path>
              <a:path w="539750" h="103504">
                <a:moveTo>
                  <a:pt x="533237" y="55741"/>
                </a:moveTo>
                <a:lnTo>
                  <a:pt x="528834" y="58292"/>
                </a:lnTo>
                <a:lnTo>
                  <a:pt x="530606" y="58292"/>
                </a:lnTo>
                <a:lnTo>
                  <a:pt x="533237" y="55741"/>
                </a:lnTo>
                <a:close/>
              </a:path>
              <a:path w="539750" h="103504">
                <a:moveTo>
                  <a:pt x="524001" y="51968"/>
                </a:moveTo>
                <a:lnTo>
                  <a:pt x="514744" y="51968"/>
                </a:lnTo>
                <a:lnTo>
                  <a:pt x="524001" y="57403"/>
                </a:lnTo>
                <a:lnTo>
                  <a:pt x="524001" y="51968"/>
                </a:lnTo>
                <a:close/>
              </a:path>
              <a:path w="539750" h="103504">
                <a:moveTo>
                  <a:pt x="530320" y="46431"/>
                </a:moveTo>
                <a:lnTo>
                  <a:pt x="524001" y="46431"/>
                </a:lnTo>
                <a:lnTo>
                  <a:pt x="524001" y="57403"/>
                </a:lnTo>
                <a:lnTo>
                  <a:pt x="530368" y="57403"/>
                </a:lnTo>
                <a:lnTo>
                  <a:pt x="533237" y="55741"/>
                </a:lnTo>
                <a:lnTo>
                  <a:pt x="533410" y="55574"/>
                </a:lnTo>
                <a:lnTo>
                  <a:pt x="533526" y="48437"/>
                </a:lnTo>
                <a:lnTo>
                  <a:pt x="533240" y="48145"/>
                </a:lnTo>
                <a:lnTo>
                  <a:pt x="530320" y="46431"/>
                </a:lnTo>
                <a:close/>
              </a:path>
              <a:path w="539750" h="103504">
                <a:moveTo>
                  <a:pt x="533240" y="48145"/>
                </a:moveTo>
                <a:lnTo>
                  <a:pt x="533526" y="48437"/>
                </a:lnTo>
                <a:lnTo>
                  <a:pt x="533526" y="55574"/>
                </a:lnTo>
                <a:lnTo>
                  <a:pt x="539750" y="51968"/>
                </a:lnTo>
                <a:lnTo>
                  <a:pt x="533240" y="48145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3864" y="7061"/>
                </a:lnTo>
                <a:lnTo>
                  <a:pt x="444881" y="10947"/>
                </a:lnTo>
                <a:lnTo>
                  <a:pt x="514744" y="51968"/>
                </a:lnTo>
                <a:lnTo>
                  <a:pt x="514444" y="51968"/>
                </a:lnTo>
                <a:lnTo>
                  <a:pt x="524001" y="46431"/>
                </a:lnTo>
                <a:lnTo>
                  <a:pt x="530320" y="46431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893" y="45592"/>
                </a:lnTo>
                <a:lnTo>
                  <a:pt x="533240" y="48145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03450" y="38342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355"/>
                </a:moveTo>
                <a:lnTo>
                  <a:pt x="447675" y="90678"/>
                </a:lnTo>
                <a:lnTo>
                  <a:pt x="444626" y="92329"/>
                </a:lnTo>
                <a:lnTo>
                  <a:pt x="443611" y="96266"/>
                </a:lnTo>
                <a:lnTo>
                  <a:pt x="447167" y="102362"/>
                </a:lnTo>
                <a:lnTo>
                  <a:pt x="450976" y="103378"/>
                </a:lnTo>
                <a:lnTo>
                  <a:pt x="530324" y="57404"/>
                </a:lnTo>
                <a:lnTo>
                  <a:pt x="524001" y="57404"/>
                </a:lnTo>
                <a:lnTo>
                  <a:pt x="514706" y="51943"/>
                </a:lnTo>
                <a:lnTo>
                  <a:pt x="524001" y="51943"/>
                </a:lnTo>
                <a:lnTo>
                  <a:pt x="524001" y="46355"/>
                </a:lnTo>
                <a:close/>
              </a:path>
              <a:path w="539750" h="103504">
                <a:moveTo>
                  <a:pt x="6350" y="43942"/>
                </a:moveTo>
                <a:lnTo>
                  <a:pt x="2920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530605" y="58293"/>
                </a:lnTo>
                <a:lnTo>
                  <a:pt x="503444" y="58293"/>
                </a:lnTo>
                <a:lnTo>
                  <a:pt x="514379" y="51943"/>
                </a:lnTo>
                <a:lnTo>
                  <a:pt x="514706" y="51943"/>
                </a:lnTo>
                <a:lnTo>
                  <a:pt x="503897" y="45593"/>
                </a:lnTo>
                <a:lnTo>
                  <a:pt x="527177" y="45593"/>
                </a:lnTo>
                <a:lnTo>
                  <a:pt x="6350" y="43942"/>
                </a:lnTo>
                <a:close/>
              </a:path>
              <a:path w="539750" h="103504">
                <a:moveTo>
                  <a:pt x="533107" y="55791"/>
                </a:moveTo>
                <a:lnTo>
                  <a:pt x="528790" y="58293"/>
                </a:lnTo>
                <a:lnTo>
                  <a:pt x="530606" y="58293"/>
                </a:lnTo>
                <a:lnTo>
                  <a:pt x="533107" y="55791"/>
                </a:lnTo>
                <a:close/>
              </a:path>
              <a:path w="539750" h="103504">
                <a:moveTo>
                  <a:pt x="524001" y="51943"/>
                </a:moveTo>
                <a:lnTo>
                  <a:pt x="514706" y="51943"/>
                </a:lnTo>
                <a:lnTo>
                  <a:pt x="524001" y="57404"/>
                </a:lnTo>
                <a:lnTo>
                  <a:pt x="524001" y="51943"/>
                </a:lnTo>
                <a:close/>
              </a:path>
              <a:path w="539750" h="103504">
                <a:moveTo>
                  <a:pt x="530229" y="46355"/>
                </a:moveTo>
                <a:lnTo>
                  <a:pt x="524001" y="46355"/>
                </a:lnTo>
                <a:lnTo>
                  <a:pt x="524001" y="57404"/>
                </a:lnTo>
                <a:lnTo>
                  <a:pt x="530324" y="57404"/>
                </a:lnTo>
                <a:lnTo>
                  <a:pt x="533107" y="55791"/>
                </a:lnTo>
                <a:lnTo>
                  <a:pt x="533526" y="55372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5"/>
                </a:lnTo>
                <a:close/>
              </a:path>
              <a:path w="539750" h="103504">
                <a:moveTo>
                  <a:pt x="533293" y="48153"/>
                </a:moveTo>
                <a:lnTo>
                  <a:pt x="533526" y="48387"/>
                </a:lnTo>
                <a:lnTo>
                  <a:pt x="533526" y="55372"/>
                </a:lnTo>
                <a:lnTo>
                  <a:pt x="533107" y="55791"/>
                </a:lnTo>
                <a:lnTo>
                  <a:pt x="539750" y="51943"/>
                </a:lnTo>
                <a:lnTo>
                  <a:pt x="533293" y="48153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5643" y="4064"/>
                </a:lnTo>
                <a:lnTo>
                  <a:pt x="443864" y="6985"/>
                </a:lnTo>
                <a:lnTo>
                  <a:pt x="444881" y="10922"/>
                </a:lnTo>
                <a:lnTo>
                  <a:pt x="514706" y="51943"/>
                </a:lnTo>
                <a:lnTo>
                  <a:pt x="514379" y="51943"/>
                </a:lnTo>
                <a:lnTo>
                  <a:pt x="524001" y="46355"/>
                </a:lnTo>
                <a:lnTo>
                  <a:pt x="530229" y="46355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293" y="48153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72817" y="5893218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431"/>
                </a:moveTo>
                <a:lnTo>
                  <a:pt x="444626" y="92417"/>
                </a:lnTo>
                <a:lnTo>
                  <a:pt x="443611" y="96304"/>
                </a:lnTo>
                <a:lnTo>
                  <a:pt x="447167" y="102374"/>
                </a:lnTo>
                <a:lnTo>
                  <a:pt x="450976" y="103403"/>
                </a:lnTo>
                <a:lnTo>
                  <a:pt x="530368" y="57403"/>
                </a:lnTo>
                <a:lnTo>
                  <a:pt x="524001" y="57403"/>
                </a:lnTo>
                <a:lnTo>
                  <a:pt x="514744" y="51968"/>
                </a:lnTo>
                <a:lnTo>
                  <a:pt x="524001" y="51968"/>
                </a:lnTo>
                <a:lnTo>
                  <a:pt x="524001" y="46431"/>
                </a:lnTo>
                <a:close/>
              </a:path>
              <a:path w="539750" h="103504">
                <a:moveTo>
                  <a:pt x="6350" y="44030"/>
                </a:moveTo>
                <a:lnTo>
                  <a:pt x="2907" y="44030"/>
                </a:lnTo>
                <a:lnTo>
                  <a:pt x="0" y="46850"/>
                </a:lnTo>
                <a:lnTo>
                  <a:pt x="0" y="53873"/>
                </a:lnTo>
                <a:lnTo>
                  <a:pt x="2806" y="56730"/>
                </a:lnTo>
                <a:lnTo>
                  <a:pt x="530732" y="58292"/>
                </a:lnTo>
                <a:lnTo>
                  <a:pt x="503528" y="58292"/>
                </a:lnTo>
                <a:lnTo>
                  <a:pt x="514444" y="51968"/>
                </a:lnTo>
                <a:lnTo>
                  <a:pt x="514744" y="51968"/>
                </a:lnTo>
                <a:lnTo>
                  <a:pt x="503886" y="45592"/>
                </a:lnTo>
                <a:lnTo>
                  <a:pt x="531446" y="45592"/>
                </a:lnTo>
                <a:lnTo>
                  <a:pt x="6350" y="44030"/>
                </a:lnTo>
                <a:close/>
              </a:path>
              <a:path w="539750" h="103504">
                <a:moveTo>
                  <a:pt x="533266" y="55724"/>
                </a:moveTo>
                <a:lnTo>
                  <a:pt x="528834" y="58292"/>
                </a:lnTo>
                <a:lnTo>
                  <a:pt x="530732" y="58292"/>
                </a:lnTo>
                <a:lnTo>
                  <a:pt x="533266" y="55724"/>
                </a:lnTo>
                <a:close/>
              </a:path>
              <a:path w="539750" h="103504">
                <a:moveTo>
                  <a:pt x="524001" y="51968"/>
                </a:moveTo>
                <a:lnTo>
                  <a:pt x="514744" y="51968"/>
                </a:lnTo>
                <a:lnTo>
                  <a:pt x="524001" y="57403"/>
                </a:lnTo>
                <a:lnTo>
                  <a:pt x="524001" y="51968"/>
                </a:lnTo>
                <a:close/>
              </a:path>
              <a:path w="539750" h="103504">
                <a:moveTo>
                  <a:pt x="530334" y="46431"/>
                </a:moveTo>
                <a:lnTo>
                  <a:pt x="524001" y="46431"/>
                </a:lnTo>
                <a:lnTo>
                  <a:pt x="524001" y="57403"/>
                </a:lnTo>
                <a:lnTo>
                  <a:pt x="530368" y="57403"/>
                </a:lnTo>
                <a:lnTo>
                  <a:pt x="533266" y="55724"/>
                </a:lnTo>
                <a:lnTo>
                  <a:pt x="533414" y="55574"/>
                </a:lnTo>
                <a:lnTo>
                  <a:pt x="533539" y="53873"/>
                </a:lnTo>
                <a:lnTo>
                  <a:pt x="533583" y="48341"/>
                </a:lnTo>
                <a:lnTo>
                  <a:pt x="530334" y="46431"/>
                </a:lnTo>
                <a:close/>
              </a:path>
              <a:path w="539750" h="103504">
                <a:moveTo>
                  <a:pt x="533583" y="48341"/>
                </a:moveTo>
                <a:lnTo>
                  <a:pt x="533526" y="55574"/>
                </a:lnTo>
                <a:lnTo>
                  <a:pt x="539750" y="51968"/>
                </a:lnTo>
                <a:lnTo>
                  <a:pt x="533583" y="48341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5"/>
                </a:lnTo>
                <a:lnTo>
                  <a:pt x="443864" y="7061"/>
                </a:lnTo>
                <a:lnTo>
                  <a:pt x="444881" y="10947"/>
                </a:lnTo>
                <a:lnTo>
                  <a:pt x="514744" y="51968"/>
                </a:lnTo>
                <a:lnTo>
                  <a:pt x="514444" y="51968"/>
                </a:lnTo>
                <a:lnTo>
                  <a:pt x="524001" y="46431"/>
                </a:lnTo>
                <a:lnTo>
                  <a:pt x="530334" y="46431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2"/>
                </a:moveTo>
                <a:lnTo>
                  <a:pt x="528909" y="45592"/>
                </a:lnTo>
                <a:lnTo>
                  <a:pt x="533226" y="48132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46250" y="52073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4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6" y="45593"/>
                </a:lnTo>
                <a:lnTo>
                  <a:pt x="6350" y="44069"/>
                </a:lnTo>
                <a:close/>
              </a:path>
              <a:path w="539750" h="103504">
                <a:moveTo>
                  <a:pt x="533371" y="55647"/>
                </a:moveTo>
                <a:lnTo>
                  <a:pt x="528817" y="58293"/>
                </a:lnTo>
                <a:lnTo>
                  <a:pt x="530606" y="58293"/>
                </a:lnTo>
                <a:lnTo>
                  <a:pt x="533371" y="55647"/>
                </a:lnTo>
                <a:close/>
              </a:path>
              <a:path w="539750" h="103504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4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4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55523"/>
            <a:ext cx="6932295" cy="405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1791335" algn="l"/>
              </a:tabLst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X)</a:t>
            </a:r>
            <a:r>
              <a:rPr sz="18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EXTENDED():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adding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content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destined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source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object.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L1=[1,2,3,4,5]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L2=[‘A’,’B’,’C’]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1010"/>
              </a:spcBef>
              <a:tabLst>
                <a:tab pos="327152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print(L1.extend(L2))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[1,2,3,4,5,’A’,’B’,’C’]</a:t>
            </a:r>
            <a:endParaRPr sz="1800">
              <a:latin typeface="Trebuchet MS"/>
              <a:cs typeface="Trebuchet MS"/>
            </a:endParaRPr>
          </a:p>
          <a:p>
            <a:pPr marL="80645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(+)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operation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gives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result.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L3=L1+L2</a:t>
            </a:r>
            <a:endParaRPr sz="1800">
              <a:latin typeface="Trebuchet MS"/>
              <a:cs typeface="Trebuchet MS"/>
            </a:endParaRPr>
          </a:p>
          <a:p>
            <a:pPr marL="491490">
              <a:lnSpc>
                <a:spcPct val="100000"/>
              </a:lnSpc>
              <a:spcBef>
                <a:spcPts val="1010"/>
              </a:spcBef>
              <a:tabLst>
                <a:tab pos="248412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print(L3)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[1,2,3,4,5,’A’,’B’,’C’]</a:t>
            </a:r>
            <a:endParaRPr sz="1800">
              <a:latin typeface="Trebuchet MS"/>
              <a:cs typeface="Trebuchet MS"/>
            </a:endParaRPr>
          </a:p>
          <a:p>
            <a:pPr marL="355600" marR="657225" indent="-343535">
              <a:lnSpc>
                <a:spcPct val="100000"/>
              </a:lnSpc>
              <a:spcBef>
                <a:spcPts val="994"/>
              </a:spcBef>
              <a:tabLst>
                <a:tab pos="2188210" algn="l"/>
              </a:tabLst>
            </a:pPr>
            <a:r>
              <a:rPr sz="1800" dirty="0">
                <a:solidFill>
                  <a:srgbClr val="90C225"/>
                </a:solidFill>
                <a:latin typeface="Trebuchet MS"/>
                <a:cs typeface="Trebuchet MS"/>
              </a:rPr>
              <a:t>Xi)</a:t>
            </a:r>
            <a:r>
              <a:rPr sz="1800" spc="-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COUNT</a:t>
            </a:r>
            <a:r>
              <a:rPr sz="18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counting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number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occurrences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particular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object.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L1=[2,20,40,2]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0980" y="4290440"/>
            <a:ext cx="1328420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100"/>
              </a:lnSpc>
              <a:spcBef>
                <a:spcPts val="100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L1.count(2) L1.count(12)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486" y="4290440"/>
            <a:ext cx="196850" cy="827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  <a:spcBef>
                <a:spcPts val="994"/>
              </a:spcBef>
            </a:pP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36850" y="1854580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14680" y="51943"/>
                </a:moveTo>
                <a:lnTo>
                  <a:pt x="511284" y="53848"/>
                </a:lnTo>
                <a:lnTo>
                  <a:pt x="444626" y="92456"/>
                </a:lnTo>
                <a:lnTo>
                  <a:pt x="443611" y="96393"/>
                </a:lnTo>
                <a:lnTo>
                  <a:pt x="445388" y="99314"/>
                </a:lnTo>
                <a:lnTo>
                  <a:pt x="447167" y="102362"/>
                </a:lnTo>
                <a:lnTo>
                  <a:pt x="450976" y="103505"/>
                </a:lnTo>
                <a:lnTo>
                  <a:pt x="530347" y="57404"/>
                </a:lnTo>
                <a:lnTo>
                  <a:pt x="524001" y="57404"/>
                </a:lnTo>
                <a:lnTo>
                  <a:pt x="514680" y="51943"/>
                </a:lnTo>
                <a:close/>
              </a:path>
              <a:path w="539750" h="103505">
                <a:moveTo>
                  <a:pt x="6350" y="44069"/>
                </a:moveTo>
                <a:lnTo>
                  <a:pt x="2920" y="44069"/>
                </a:lnTo>
                <a:lnTo>
                  <a:pt x="0" y="46863"/>
                </a:lnTo>
                <a:lnTo>
                  <a:pt x="0" y="53848"/>
                </a:lnTo>
                <a:lnTo>
                  <a:pt x="2793" y="56769"/>
                </a:lnTo>
                <a:lnTo>
                  <a:pt x="530606" y="58293"/>
                </a:lnTo>
                <a:lnTo>
                  <a:pt x="503610" y="58293"/>
                </a:lnTo>
                <a:lnTo>
                  <a:pt x="514573" y="51943"/>
                </a:lnTo>
                <a:lnTo>
                  <a:pt x="508828" y="48514"/>
                </a:lnTo>
                <a:lnTo>
                  <a:pt x="503842" y="45593"/>
                </a:lnTo>
                <a:lnTo>
                  <a:pt x="527177" y="45593"/>
                </a:lnTo>
                <a:lnTo>
                  <a:pt x="6350" y="44069"/>
                </a:lnTo>
                <a:close/>
              </a:path>
              <a:path w="539750" h="103505">
                <a:moveTo>
                  <a:pt x="533371" y="55647"/>
                </a:moveTo>
                <a:lnTo>
                  <a:pt x="528817" y="58293"/>
                </a:lnTo>
                <a:lnTo>
                  <a:pt x="530605" y="58293"/>
                </a:lnTo>
                <a:lnTo>
                  <a:pt x="533371" y="55647"/>
                </a:lnTo>
                <a:close/>
              </a:path>
              <a:path w="539750" h="103505">
                <a:moveTo>
                  <a:pt x="524001" y="46482"/>
                </a:moveTo>
                <a:lnTo>
                  <a:pt x="520493" y="48514"/>
                </a:lnTo>
                <a:lnTo>
                  <a:pt x="514680" y="51943"/>
                </a:lnTo>
                <a:lnTo>
                  <a:pt x="524001" y="57404"/>
                </a:lnTo>
                <a:lnTo>
                  <a:pt x="524001" y="46482"/>
                </a:lnTo>
                <a:close/>
              </a:path>
              <a:path w="539750" h="103505">
                <a:moveTo>
                  <a:pt x="530445" y="46482"/>
                </a:moveTo>
                <a:lnTo>
                  <a:pt x="524001" y="46482"/>
                </a:lnTo>
                <a:lnTo>
                  <a:pt x="524001" y="57404"/>
                </a:lnTo>
                <a:lnTo>
                  <a:pt x="530347" y="57404"/>
                </a:lnTo>
                <a:lnTo>
                  <a:pt x="533371" y="55647"/>
                </a:lnTo>
                <a:lnTo>
                  <a:pt x="533526" y="55647"/>
                </a:lnTo>
                <a:lnTo>
                  <a:pt x="533526" y="48514"/>
                </a:lnTo>
                <a:lnTo>
                  <a:pt x="533039" y="48004"/>
                </a:lnTo>
                <a:lnTo>
                  <a:pt x="530445" y="46482"/>
                </a:lnTo>
                <a:close/>
              </a:path>
              <a:path w="539750" h="103505">
                <a:moveTo>
                  <a:pt x="533039" y="48004"/>
                </a:moveTo>
                <a:lnTo>
                  <a:pt x="533526" y="48514"/>
                </a:lnTo>
                <a:lnTo>
                  <a:pt x="533526" y="55647"/>
                </a:lnTo>
                <a:lnTo>
                  <a:pt x="533371" y="55647"/>
                </a:lnTo>
                <a:lnTo>
                  <a:pt x="539750" y="51943"/>
                </a:lnTo>
                <a:lnTo>
                  <a:pt x="533039" y="48004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6"/>
                </a:lnTo>
                <a:lnTo>
                  <a:pt x="443864" y="7112"/>
                </a:lnTo>
                <a:lnTo>
                  <a:pt x="444881" y="11049"/>
                </a:lnTo>
                <a:lnTo>
                  <a:pt x="514680" y="51943"/>
                </a:lnTo>
                <a:lnTo>
                  <a:pt x="520493" y="48514"/>
                </a:lnTo>
                <a:lnTo>
                  <a:pt x="524001" y="46482"/>
                </a:lnTo>
                <a:lnTo>
                  <a:pt x="530445" y="46482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5">
                <a:moveTo>
                  <a:pt x="530733" y="45593"/>
                </a:moveTo>
                <a:lnTo>
                  <a:pt x="528930" y="45593"/>
                </a:lnTo>
                <a:lnTo>
                  <a:pt x="533039" y="48004"/>
                </a:lnTo>
                <a:lnTo>
                  <a:pt x="5307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98650" y="30722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5">
                <a:moveTo>
                  <a:pt x="524001" y="46354"/>
                </a:moveTo>
                <a:lnTo>
                  <a:pt x="447675" y="90677"/>
                </a:lnTo>
                <a:lnTo>
                  <a:pt x="444626" y="92328"/>
                </a:lnTo>
                <a:lnTo>
                  <a:pt x="443611" y="96265"/>
                </a:lnTo>
                <a:lnTo>
                  <a:pt x="447167" y="102362"/>
                </a:lnTo>
                <a:lnTo>
                  <a:pt x="450976" y="103377"/>
                </a:lnTo>
                <a:lnTo>
                  <a:pt x="530324" y="57403"/>
                </a:lnTo>
                <a:lnTo>
                  <a:pt x="524001" y="57403"/>
                </a:lnTo>
                <a:lnTo>
                  <a:pt x="514706" y="51942"/>
                </a:lnTo>
                <a:lnTo>
                  <a:pt x="524001" y="51942"/>
                </a:lnTo>
                <a:lnTo>
                  <a:pt x="524001" y="46354"/>
                </a:lnTo>
                <a:close/>
              </a:path>
              <a:path w="539750" h="103505">
                <a:moveTo>
                  <a:pt x="6350" y="43941"/>
                </a:moveTo>
                <a:lnTo>
                  <a:pt x="2920" y="43941"/>
                </a:lnTo>
                <a:lnTo>
                  <a:pt x="0" y="46862"/>
                </a:lnTo>
                <a:lnTo>
                  <a:pt x="0" y="53847"/>
                </a:lnTo>
                <a:lnTo>
                  <a:pt x="2793" y="56641"/>
                </a:lnTo>
                <a:lnTo>
                  <a:pt x="530605" y="58292"/>
                </a:lnTo>
                <a:lnTo>
                  <a:pt x="503444" y="58292"/>
                </a:lnTo>
                <a:lnTo>
                  <a:pt x="514379" y="51942"/>
                </a:lnTo>
                <a:lnTo>
                  <a:pt x="514706" y="51942"/>
                </a:lnTo>
                <a:lnTo>
                  <a:pt x="503897" y="45592"/>
                </a:lnTo>
                <a:lnTo>
                  <a:pt x="527176" y="45592"/>
                </a:lnTo>
                <a:lnTo>
                  <a:pt x="6350" y="43941"/>
                </a:lnTo>
                <a:close/>
              </a:path>
              <a:path w="539750" h="103505">
                <a:moveTo>
                  <a:pt x="533107" y="55791"/>
                </a:moveTo>
                <a:lnTo>
                  <a:pt x="528790" y="58292"/>
                </a:lnTo>
                <a:lnTo>
                  <a:pt x="530606" y="58292"/>
                </a:lnTo>
                <a:lnTo>
                  <a:pt x="533107" y="55791"/>
                </a:lnTo>
                <a:close/>
              </a:path>
              <a:path w="539750" h="103505">
                <a:moveTo>
                  <a:pt x="524001" y="51942"/>
                </a:moveTo>
                <a:lnTo>
                  <a:pt x="514706" y="51942"/>
                </a:lnTo>
                <a:lnTo>
                  <a:pt x="524001" y="57403"/>
                </a:lnTo>
                <a:lnTo>
                  <a:pt x="524001" y="51942"/>
                </a:lnTo>
                <a:close/>
              </a:path>
              <a:path w="539750" h="103505">
                <a:moveTo>
                  <a:pt x="530229" y="46354"/>
                </a:moveTo>
                <a:lnTo>
                  <a:pt x="524001" y="46354"/>
                </a:lnTo>
                <a:lnTo>
                  <a:pt x="524001" y="57403"/>
                </a:lnTo>
                <a:lnTo>
                  <a:pt x="530324" y="57403"/>
                </a:lnTo>
                <a:lnTo>
                  <a:pt x="533107" y="55791"/>
                </a:lnTo>
                <a:lnTo>
                  <a:pt x="533526" y="55371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4"/>
                </a:lnTo>
                <a:close/>
              </a:path>
              <a:path w="539750" h="103505">
                <a:moveTo>
                  <a:pt x="533293" y="48153"/>
                </a:moveTo>
                <a:lnTo>
                  <a:pt x="533526" y="48387"/>
                </a:lnTo>
                <a:lnTo>
                  <a:pt x="533526" y="55371"/>
                </a:lnTo>
                <a:lnTo>
                  <a:pt x="533107" y="55791"/>
                </a:lnTo>
                <a:lnTo>
                  <a:pt x="539750" y="51942"/>
                </a:lnTo>
                <a:lnTo>
                  <a:pt x="533293" y="48153"/>
                </a:lnTo>
                <a:close/>
              </a:path>
              <a:path w="539750" h="103505">
                <a:moveTo>
                  <a:pt x="451357" y="0"/>
                </a:moveTo>
                <a:lnTo>
                  <a:pt x="447420" y="1015"/>
                </a:lnTo>
                <a:lnTo>
                  <a:pt x="445643" y="4063"/>
                </a:lnTo>
                <a:lnTo>
                  <a:pt x="443864" y="6984"/>
                </a:lnTo>
                <a:lnTo>
                  <a:pt x="444881" y="10921"/>
                </a:lnTo>
                <a:lnTo>
                  <a:pt x="514706" y="51942"/>
                </a:lnTo>
                <a:lnTo>
                  <a:pt x="514379" y="51942"/>
                </a:lnTo>
                <a:lnTo>
                  <a:pt x="524001" y="46354"/>
                </a:lnTo>
                <a:lnTo>
                  <a:pt x="530229" y="46354"/>
                </a:lnTo>
                <a:lnTo>
                  <a:pt x="454279" y="1777"/>
                </a:lnTo>
                <a:lnTo>
                  <a:pt x="451357" y="0"/>
                </a:lnTo>
                <a:close/>
              </a:path>
              <a:path w="539750" h="103505">
                <a:moveTo>
                  <a:pt x="530732" y="45592"/>
                </a:moveTo>
                <a:lnTo>
                  <a:pt x="528930" y="45592"/>
                </a:lnTo>
                <a:lnTo>
                  <a:pt x="533293" y="48153"/>
                </a:lnTo>
                <a:lnTo>
                  <a:pt x="530732" y="45592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27250" y="45962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355"/>
                </a:moveTo>
                <a:lnTo>
                  <a:pt x="447675" y="90678"/>
                </a:lnTo>
                <a:lnTo>
                  <a:pt x="444626" y="92329"/>
                </a:lnTo>
                <a:lnTo>
                  <a:pt x="443611" y="96266"/>
                </a:lnTo>
                <a:lnTo>
                  <a:pt x="447167" y="102362"/>
                </a:lnTo>
                <a:lnTo>
                  <a:pt x="450976" y="103378"/>
                </a:lnTo>
                <a:lnTo>
                  <a:pt x="530324" y="57404"/>
                </a:lnTo>
                <a:lnTo>
                  <a:pt x="524001" y="57404"/>
                </a:lnTo>
                <a:lnTo>
                  <a:pt x="514706" y="51943"/>
                </a:lnTo>
                <a:lnTo>
                  <a:pt x="524001" y="51943"/>
                </a:lnTo>
                <a:lnTo>
                  <a:pt x="524001" y="46355"/>
                </a:lnTo>
                <a:close/>
              </a:path>
              <a:path w="539750" h="103504">
                <a:moveTo>
                  <a:pt x="6350" y="43942"/>
                </a:moveTo>
                <a:lnTo>
                  <a:pt x="2920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530605" y="58293"/>
                </a:lnTo>
                <a:lnTo>
                  <a:pt x="503444" y="58293"/>
                </a:lnTo>
                <a:lnTo>
                  <a:pt x="514379" y="51943"/>
                </a:lnTo>
                <a:lnTo>
                  <a:pt x="514706" y="51943"/>
                </a:lnTo>
                <a:lnTo>
                  <a:pt x="503897" y="45593"/>
                </a:lnTo>
                <a:lnTo>
                  <a:pt x="527177" y="45593"/>
                </a:lnTo>
                <a:lnTo>
                  <a:pt x="6350" y="43942"/>
                </a:lnTo>
                <a:close/>
              </a:path>
              <a:path w="539750" h="103504">
                <a:moveTo>
                  <a:pt x="533107" y="55791"/>
                </a:moveTo>
                <a:lnTo>
                  <a:pt x="528790" y="58293"/>
                </a:lnTo>
                <a:lnTo>
                  <a:pt x="530606" y="58293"/>
                </a:lnTo>
                <a:lnTo>
                  <a:pt x="533107" y="55791"/>
                </a:lnTo>
                <a:close/>
              </a:path>
              <a:path w="539750" h="103504">
                <a:moveTo>
                  <a:pt x="524001" y="51943"/>
                </a:moveTo>
                <a:lnTo>
                  <a:pt x="514706" y="51943"/>
                </a:lnTo>
                <a:lnTo>
                  <a:pt x="524001" y="57404"/>
                </a:lnTo>
                <a:lnTo>
                  <a:pt x="524001" y="51943"/>
                </a:lnTo>
                <a:close/>
              </a:path>
              <a:path w="539750" h="103504">
                <a:moveTo>
                  <a:pt x="530229" y="46355"/>
                </a:moveTo>
                <a:lnTo>
                  <a:pt x="524001" y="46355"/>
                </a:lnTo>
                <a:lnTo>
                  <a:pt x="524001" y="57404"/>
                </a:lnTo>
                <a:lnTo>
                  <a:pt x="530324" y="57404"/>
                </a:lnTo>
                <a:lnTo>
                  <a:pt x="533107" y="55791"/>
                </a:lnTo>
                <a:lnTo>
                  <a:pt x="533526" y="55372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5"/>
                </a:lnTo>
                <a:close/>
              </a:path>
              <a:path w="539750" h="103504">
                <a:moveTo>
                  <a:pt x="533293" y="48153"/>
                </a:moveTo>
                <a:lnTo>
                  <a:pt x="533526" y="48387"/>
                </a:lnTo>
                <a:lnTo>
                  <a:pt x="533526" y="55372"/>
                </a:lnTo>
                <a:lnTo>
                  <a:pt x="533107" y="55791"/>
                </a:lnTo>
                <a:lnTo>
                  <a:pt x="539750" y="51943"/>
                </a:lnTo>
                <a:lnTo>
                  <a:pt x="533293" y="48153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5643" y="4064"/>
                </a:lnTo>
                <a:lnTo>
                  <a:pt x="443864" y="6985"/>
                </a:lnTo>
                <a:lnTo>
                  <a:pt x="444881" y="10922"/>
                </a:lnTo>
                <a:lnTo>
                  <a:pt x="514706" y="51943"/>
                </a:lnTo>
                <a:lnTo>
                  <a:pt x="514379" y="51943"/>
                </a:lnTo>
                <a:lnTo>
                  <a:pt x="524001" y="46355"/>
                </a:lnTo>
                <a:lnTo>
                  <a:pt x="530229" y="46355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293" y="48153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3450" y="4977257"/>
            <a:ext cx="539750" cy="103505"/>
          </a:xfrm>
          <a:custGeom>
            <a:avLst/>
            <a:gdLst/>
            <a:ahLst/>
            <a:cxnLst/>
            <a:rect l="l" t="t" r="r" b="b"/>
            <a:pathLst>
              <a:path w="539750" h="103504">
                <a:moveTo>
                  <a:pt x="524001" y="46355"/>
                </a:moveTo>
                <a:lnTo>
                  <a:pt x="447675" y="90678"/>
                </a:lnTo>
                <a:lnTo>
                  <a:pt x="444626" y="92329"/>
                </a:lnTo>
                <a:lnTo>
                  <a:pt x="443611" y="96266"/>
                </a:lnTo>
                <a:lnTo>
                  <a:pt x="447167" y="102362"/>
                </a:lnTo>
                <a:lnTo>
                  <a:pt x="450976" y="103378"/>
                </a:lnTo>
                <a:lnTo>
                  <a:pt x="530324" y="57404"/>
                </a:lnTo>
                <a:lnTo>
                  <a:pt x="524001" y="57404"/>
                </a:lnTo>
                <a:lnTo>
                  <a:pt x="514706" y="51943"/>
                </a:lnTo>
                <a:lnTo>
                  <a:pt x="524001" y="51943"/>
                </a:lnTo>
                <a:lnTo>
                  <a:pt x="524001" y="46355"/>
                </a:lnTo>
                <a:close/>
              </a:path>
              <a:path w="539750" h="103504">
                <a:moveTo>
                  <a:pt x="6350" y="43942"/>
                </a:moveTo>
                <a:lnTo>
                  <a:pt x="2920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530605" y="58293"/>
                </a:lnTo>
                <a:lnTo>
                  <a:pt x="503444" y="58293"/>
                </a:lnTo>
                <a:lnTo>
                  <a:pt x="514379" y="51943"/>
                </a:lnTo>
                <a:lnTo>
                  <a:pt x="514706" y="51943"/>
                </a:lnTo>
                <a:lnTo>
                  <a:pt x="503897" y="45593"/>
                </a:lnTo>
                <a:lnTo>
                  <a:pt x="527177" y="45593"/>
                </a:lnTo>
                <a:lnTo>
                  <a:pt x="6350" y="43942"/>
                </a:lnTo>
                <a:close/>
              </a:path>
              <a:path w="539750" h="103504">
                <a:moveTo>
                  <a:pt x="533107" y="55791"/>
                </a:moveTo>
                <a:lnTo>
                  <a:pt x="528790" y="58293"/>
                </a:lnTo>
                <a:lnTo>
                  <a:pt x="530606" y="58293"/>
                </a:lnTo>
                <a:lnTo>
                  <a:pt x="533107" y="55791"/>
                </a:lnTo>
                <a:close/>
              </a:path>
              <a:path w="539750" h="103504">
                <a:moveTo>
                  <a:pt x="524001" y="51943"/>
                </a:moveTo>
                <a:lnTo>
                  <a:pt x="514706" y="51943"/>
                </a:lnTo>
                <a:lnTo>
                  <a:pt x="524001" y="57404"/>
                </a:lnTo>
                <a:lnTo>
                  <a:pt x="524001" y="51943"/>
                </a:lnTo>
                <a:close/>
              </a:path>
              <a:path w="539750" h="103504">
                <a:moveTo>
                  <a:pt x="530229" y="46355"/>
                </a:moveTo>
                <a:lnTo>
                  <a:pt x="524001" y="46355"/>
                </a:lnTo>
                <a:lnTo>
                  <a:pt x="524001" y="57404"/>
                </a:lnTo>
                <a:lnTo>
                  <a:pt x="530324" y="57404"/>
                </a:lnTo>
                <a:lnTo>
                  <a:pt x="533107" y="55791"/>
                </a:lnTo>
                <a:lnTo>
                  <a:pt x="533526" y="55372"/>
                </a:lnTo>
                <a:lnTo>
                  <a:pt x="533526" y="48387"/>
                </a:lnTo>
                <a:lnTo>
                  <a:pt x="533293" y="48153"/>
                </a:lnTo>
                <a:lnTo>
                  <a:pt x="530229" y="46355"/>
                </a:lnTo>
                <a:close/>
              </a:path>
              <a:path w="539750" h="103504">
                <a:moveTo>
                  <a:pt x="533293" y="48153"/>
                </a:moveTo>
                <a:lnTo>
                  <a:pt x="533526" y="48387"/>
                </a:lnTo>
                <a:lnTo>
                  <a:pt x="533526" y="55372"/>
                </a:lnTo>
                <a:lnTo>
                  <a:pt x="533107" y="55791"/>
                </a:lnTo>
                <a:lnTo>
                  <a:pt x="539750" y="51943"/>
                </a:lnTo>
                <a:lnTo>
                  <a:pt x="533293" y="48153"/>
                </a:lnTo>
                <a:close/>
              </a:path>
              <a:path w="539750" h="103504">
                <a:moveTo>
                  <a:pt x="451357" y="0"/>
                </a:moveTo>
                <a:lnTo>
                  <a:pt x="447420" y="1016"/>
                </a:lnTo>
                <a:lnTo>
                  <a:pt x="445643" y="4064"/>
                </a:lnTo>
                <a:lnTo>
                  <a:pt x="443864" y="6985"/>
                </a:lnTo>
                <a:lnTo>
                  <a:pt x="444881" y="10922"/>
                </a:lnTo>
                <a:lnTo>
                  <a:pt x="514706" y="51943"/>
                </a:lnTo>
                <a:lnTo>
                  <a:pt x="514379" y="51943"/>
                </a:lnTo>
                <a:lnTo>
                  <a:pt x="524001" y="46355"/>
                </a:lnTo>
                <a:lnTo>
                  <a:pt x="530229" y="46355"/>
                </a:lnTo>
                <a:lnTo>
                  <a:pt x="454279" y="1778"/>
                </a:lnTo>
                <a:lnTo>
                  <a:pt x="451357" y="0"/>
                </a:lnTo>
                <a:close/>
              </a:path>
              <a:path w="539750" h="103504">
                <a:moveTo>
                  <a:pt x="530732" y="45593"/>
                </a:moveTo>
                <a:lnTo>
                  <a:pt x="528930" y="45593"/>
                </a:lnTo>
                <a:lnTo>
                  <a:pt x="533293" y="48153"/>
                </a:lnTo>
                <a:lnTo>
                  <a:pt x="530732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534670"/>
            <a:ext cx="7766050" cy="87820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3535">
              <a:lnSpc>
                <a:spcPts val="1839"/>
              </a:lnSpc>
              <a:spcBef>
                <a:spcPts val="33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INNER/NESTED</a:t>
            </a:r>
            <a:r>
              <a:rPr sz="17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process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adding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list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called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inner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or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nested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list.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700" b="1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7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L1=[2,[phy,chem,math,python,hindi,DSA],[male,female],53.5]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1385672"/>
            <a:ext cx="1769110" cy="182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6225">
              <a:lnSpc>
                <a:spcPct val="1394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print(L1[1]) print(L1[1][-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4])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print(L1[2][-3:-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1])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print(L1[1][-3:-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1])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print(L1[-2][-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1])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0322" y="1385672"/>
            <a:ext cx="3778250" cy="182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720" marR="5080" indent="-287655">
              <a:lnSpc>
                <a:spcPct val="1394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[phy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chem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math,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python,hindi,DSA]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math</a:t>
            </a:r>
            <a:endParaRPr sz="1700">
              <a:latin typeface="Trebuchet MS"/>
              <a:cs typeface="Trebuchet MS"/>
            </a:endParaRPr>
          </a:p>
          <a:p>
            <a:pPr marL="765810">
              <a:lnSpc>
                <a:spcPct val="100000"/>
              </a:lnSpc>
              <a:spcBef>
                <a:spcPts val="795"/>
              </a:spcBef>
            </a:pP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Male</a:t>
            </a:r>
            <a:endParaRPr sz="1700">
              <a:latin typeface="Trebuchet MS"/>
              <a:cs typeface="Trebuchet MS"/>
            </a:endParaRPr>
          </a:p>
          <a:p>
            <a:pPr marL="443230" marR="1758314" indent="193040">
              <a:lnSpc>
                <a:spcPts val="2840"/>
              </a:lnSpc>
              <a:spcBef>
                <a:spcPts val="9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Hindi female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344" y="3288919"/>
            <a:ext cx="2472690" cy="518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095">
              <a:lnSpc>
                <a:spcPts val="1939"/>
              </a:lnSpc>
              <a:spcBef>
                <a:spcPts val="1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print(L1[1].append(‘A’))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1939"/>
              </a:lnSpc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DSA</a:t>
            </a:r>
            <a:r>
              <a:rPr sz="17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‘A’]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0607" y="3288919"/>
            <a:ext cx="386461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[2,[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phy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chem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,math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hindi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143222"/>
            <a:ext cx="7926070" cy="205930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90C225"/>
              </a:buClr>
              <a:buSzPct val="79411"/>
              <a:buFont typeface="Wingdings"/>
              <a:buChar char=""/>
              <a:tabLst>
                <a:tab pos="355600" algn="l"/>
              </a:tabLst>
            </a:pPr>
            <a:r>
              <a:rPr sz="1700" b="1" spc="-10" dirty="0">
                <a:solidFill>
                  <a:srgbClr val="404040"/>
                </a:solidFill>
                <a:latin typeface="Trebuchet MS"/>
                <a:cs typeface="Trebuchet MS"/>
              </a:rPr>
              <a:t>TUPLES:</a:t>
            </a:r>
            <a:endParaRPr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5600" algn="l"/>
              </a:tabLst>
            </a:pP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Tuple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endParaRPr sz="1700">
              <a:latin typeface="Trebuchet MS"/>
              <a:cs typeface="Trebuchet MS"/>
            </a:endParaRPr>
          </a:p>
          <a:p>
            <a:pPr marL="355600" marR="5080" indent="-343535">
              <a:lnSpc>
                <a:spcPts val="1839"/>
              </a:lnSpc>
              <a:spcBef>
                <a:spcPts val="1019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5600" algn="l"/>
                <a:tab pos="628904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allows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type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different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7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both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types.</a:t>
            </a:r>
            <a:endParaRPr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5600" algn="l"/>
                <a:tab pos="401129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allows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store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both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duplicate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r>
              <a:rPr sz="17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values.</a:t>
            </a:r>
            <a:endParaRPr sz="17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79411"/>
              <a:buFont typeface="Wingdings"/>
              <a:buChar char=""/>
              <a:tabLst>
                <a:tab pos="355600" algn="l"/>
                <a:tab pos="253936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enclosed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‘()’,and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separated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commas.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98650" y="1473708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33" y="51796"/>
                </a:move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7" y="102362"/>
                </a:lnTo>
                <a:lnTo>
                  <a:pt x="832104" y="103377"/>
                </a:lnTo>
                <a:lnTo>
                  <a:pt x="835151" y="101726"/>
                </a:lnTo>
                <a:lnTo>
                  <a:pt x="911578" y="57276"/>
                </a:lnTo>
                <a:lnTo>
                  <a:pt x="905001" y="57276"/>
                </a:lnTo>
                <a:lnTo>
                  <a:pt x="895633" y="51796"/>
                </a:lnTo>
                <a:close/>
              </a:path>
              <a:path w="9207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633" y="51796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5">
                <a:moveTo>
                  <a:pt x="914072" y="55826"/>
                </a:moveTo>
                <a:lnTo>
                  <a:pt x="910050" y="58165"/>
                </a:lnTo>
                <a:lnTo>
                  <a:pt x="911732" y="58165"/>
                </a:lnTo>
                <a:lnTo>
                  <a:pt x="914072" y="55826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33" y="51796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229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578" y="57276"/>
                </a:lnTo>
                <a:lnTo>
                  <a:pt x="914072" y="55826"/>
                </a:lnTo>
                <a:lnTo>
                  <a:pt x="914526" y="55371"/>
                </a:lnTo>
                <a:lnTo>
                  <a:pt x="914526" y="48387"/>
                </a:lnTo>
                <a:lnTo>
                  <a:pt x="914691" y="48387"/>
                </a:lnTo>
                <a:lnTo>
                  <a:pt x="911229" y="46354"/>
                </a:lnTo>
                <a:close/>
              </a:path>
              <a:path w="920750" h="103505">
                <a:moveTo>
                  <a:pt x="914691" y="48387"/>
                </a:moveTo>
                <a:lnTo>
                  <a:pt x="914526" y="48387"/>
                </a:lnTo>
                <a:lnTo>
                  <a:pt x="914526" y="55371"/>
                </a:lnTo>
                <a:lnTo>
                  <a:pt x="914072" y="55826"/>
                </a:lnTo>
                <a:lnTo>
                  <a:pt x="920750" y="51942"/>
                </a:lnTo>
                <a:lnTo>
                  <a:pt x="914691" y="48387"/>
                </a:lnTo>
                <a:close/>
              </a:path>
              <a:path w="920750" h="103505">
                <a:moveTo>
                  <a:pt x="832231" y="0"/>
                </a:moveTo>
                <a:lnTo>
                  <a:pt x="828294" y="1015"/>
                </a:lnTo>
                <a:lnTo>
                  <a:pt x="826516" y="4063"/>
                </a:lnTo>
                <a:lnTo>
                  <a:pt x="824864" y="7112"/>
                </a:lnTo>
                <a:lnTo>
                  <a:pt x="825881" y="10921"/>
                </a:lnTo>
                <a:lnTo>
                  <a:pt x="828801" y="12700"/>
                </a:lnTo>
                <a:lnTo>
                  <a:pt x="895633" y="51796"/>
                </a:lnTo>
                <a:lnTo>
                  <a:pt x="905001" y="46354"/>
                </a:lnTo>
                <a:lnTo>
                  <a:pt x="911229" y="46354"/>
                </a:lnTo>
                <a:lnTo>
                  <a:pt x="832231" y="0"/>
                </a:lnTo>
                <a:close/>
              </a:path>
              <a:path w="920750" h="103505">
                <a:moveTo>
                  <a:pt x="911732" y="45465"/>
                </a:moveTo>
                <a:lnTo>
                  <a:pt x="909714" y="45465"/>
                </a:lnTo>
                <a:lnTo>
                  <a:pt x="914691" y="48387"/>
                </a:lnTo>
                <a:lnTo>
                  <a:pt x="914527" y="48387"/>
                </a:lnTo>
                <a:lnTo>
                  <a:pt x="9117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27250" y="1853183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66" y="51815"/>
                </a:moveTo>
                <a:lnTo>
                  <a:pt x="892317" y="53720"/>
                </a:lnTo>
                <a:lnTo>
                  <a:pt x="828675" y="90677"/>
                </a:lnTo>
                <a:lnTo>
                  <a:pt x="825626" y="92328"/>
                </a:lnTo>
                <a:lnTo>
                  <a:pt x="824611" y="96265"/>
                </a:lnTo>
                <a:lnTo>
                  <a:pt x="828167" y="102362"/>
                </a:lnTo>
                <a:lnTo>
                  <a:pt x="832104" y="103377"/>
                </a:lnTo>
                <a:lnTo>
                  <a:pt x="911361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5">
                <a:moveTo>
                  <a:pt x="6350" y="43814"/>
                </a:moveTo>
                <a:lnTo>
                  <a:pt x="2793" y="43814"/>
                </a:lnTo>
                <a:lnTo>
                  <a:pt x="0" y="46736"/>
                </a:lnTo>
                <a:lnTo>
                  <a:pt x="0" y="53720"/>
                </a:lnTo>
                <a:lnTo>
                  <a:pt x="2793" y="56514"/>
                </a:lnTo>
                <a:lnTo>
                  <a:pt x="911733" y="58165"/>
                </a:lnTo>
                <a:lnTo>
                  <a:pt x="884662" y="58165"/>
                </a:lnTo>
                <a:lnTo>
                  <a:pt x="895597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814"/>
                </a:lnTo>
                <a:close/>
              </a:path>
              <a:path w="920750" h="103505">
                <a:moveTo>
                  <a:pt x="914374" y="55524"/>
                </a:moveTo>
                <a:lnTo>
                  <a:pt x="909833" y="58165"/>
                </a:lnTo>
                <a:lnTo>
                  <a:pt x="911732" y="58165"/>
                </a:lnTo>
                <a:lnTo>
                  <a:pt x="914374" y="55524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61" y="57276"/>
                </a:lnTo>
                <a:lnTo>
                  <a:pt x="914374" y="55524"/>
                </a:lnTo>
                <a:lnTo>
                  <a:pt x="914526" y="55524"/>
                </a:lnTo>
                <a:lnTo>
                  <a:pt x="914526" y="48260"/>
                </a:lnTo>
                <a:lnTo>
                  <a:pt x="914675" y="48260"/>
                </a:lnTo>
                <a:lnTo>
                  <a:pt x="911421" y="46354"/>
                </a:lnTo>
                <a:close/>
              </a:path>
              <a:path w="920750" h="103505">
                <a:moveTo>
                  <a:pt x="914675" y="48260"/>
                </a:moveTo>
                <a:lnTo>
                  <a:pt x="914526" y="48260"/>
                </a:lnTo>
                <a:lnTo>
                  <a:pt x="914526" y="55524"/>
                </a:lnTo>
                <a:lnTo>
                  <a:pt x="914374" y="55524"/>
                </a:lnTo>
                <a:lnTo>
                  <a:pt x="920750" y="51815"/>
                </a:lnTo>
                <a:lnTo>
                  <a:pt x="914675" y="48260"/>
                </a:lnTo>
                <a:close/>
              </a:path>
              <a:path w="920750" h="103505">
                <a:moveTo>
                  <a:pt x="832231" y="0"/>
                </a:moveTo>
                <a:lnTo>
                  <a:pt x="828294" y="1015"/>
                </a:lnTo>
                <a:lnTo>
                  <a:pt x="826516" y="4063"/>
                </a:lnTo>
                <a:lnTo>
                  <a:pt x="824864" y="6985"/>
                </a:lnTo>
                <a:lnTo>
                  <a:pt x="825881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1" y="0"/>
                </a:lnTo>
                <a:close/>
              </a:path>
              <a:path w="920750" h="103505">
                <a:moveTo>
                  <a:pt x="911732" y="45465"/>
                </a:moveTo>
                <a:lnTo>
                  <a:pt x="909903" y="45465"/>
                </a:lnTo>
                <a:lnTo>
                  <a:pt x="914675" y="48260"/>
                </a:lnTo>
                <a:lnTo>
                  <a:pt x="914527" y="48260"/>
                </a:lnTo>
                <a:lnTo>
                  <a:pt x="9117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32050" y="2235707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66" y="51815"/>
                </a:moveTo>
                <a:lnTo>
                  <a:pt x="892100" y="53847"/>
                </a:ln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6" y="102362"/>
                </a:lnTo>
                <a:lnTo>
                  <a:pt x="832103" y="103377"/>
                </a:lnTo>
                <a:lnTo>
                  <a:pt x="835151" y="101726"/>
                </a:lnTo>
                <a:lnTo>
                  <a:pt x="911384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599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5">
                <a:moveTo>
                  <a:pt x="914352" y="55546"/>
                </a:moveTo>
                <a:lnTo>
                  <a:pt x="909859" y="58165"/>
                </a:lnTo>
                <a:lnTo>
                  <a:pt x="911733" y="58165"/>
                </a:lnTo>
                <a:lnTo>
                  <a:pt x="914352" y="55546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84" y="57276"/>
                </a:lnTo>
                <a:lnTo>
                  <a:pt x="914352" y="55546"/>
                </a:lnTo>
                <a:lnTo>
                  <a:pt x="914526" y="55546"/>
                </a:lnTo>
                <a:lnTo>
                  <a:pt x="914526" y="48387"/>
                </a:lnTo>
                <a:lnTo>
                  <a:pt x="914061" y="47900"/>
                </a:lnTo>
                <a:lnTo>
                  <a:pt x="911421" y="46354"/>
                </a:lnTo>
                <a:close/>
              </a:path>
              <a:path w="920750" h="103505">
                <a:moveTo>
                  <a:pt x="914061" y="47900"/>
                </a:moveTo>
                <a:lnTo>
                  <a:pt x="914526" y="48387"/>
                </a:lnTo>
                <a:lnTo>
                  <a:pt x="914526" y="55546"/>
                </a:lnTo>
                <a:lnTo>
                  <a:pt x="914352" y="55546"/>
                </a:lnTo>
                <a:lnTo>
                  <a:pt x="920750" y="51815"/>
                </a:lnTo>
                <a:lnTo>
                  <a:pt x="914061" y="47900"/>
                </a:lnTo>
                <a:close/>
              </a:path>
              <a:path w="920750" h="103505">
                <a:moveTo>
                  <a:pt x="832230" y="0"/>
                </a:moveTo>
                <a:lnTo>
                  <a:pt x="828294" y="1015"/>
                </a:lnTo>
                <a:lnTo>
                  <a:pt x="824738" y="7112"/>
                </a:lnTo>
                <a:lnTo>
                  <a:pt x="825880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0" y="0"/>
                </a:lnTo>
                <a:close/>
              </a:path>
              <a:path w="920750" h="103505">
                <a:moveTo>
                  <a:pt x="911733" y="45465"/>
                </a:moveTo>
                <a:lnTo>
                  <a:pt x="909903" y="45465"/>
                </a:lnTo>
                <a:lnTo>
                  <a:pt x="914061" y="47900"/>
                </a:lnTo>
                <a:lnTo>
                  <a:pt x="9117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55850" y="2615183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66" y="51815"/>
                </a:moveTo>
                <a:lnTo>
                  <a:pt x="892317" y="53720"/>
                </a:lnTo>
                <a:lnTo>
                  <a:pt x="828675" y="90677"/>
                </a:lnTo>
                <a:lnTo>
                  <a:pt x="825626" y="92328"/>
                </a:lnTo>
                <a:lnTo>
                  <a:pt x="824611" y="96265"/>
                </a:lnTo>
                <a:lnTo>
                  <a:pt x="828167" y="102362"/>
                </a:lnTo>
                <a:lnTo>
                  <a:pt x="832104" y="103377"/>
                </a:lnTo>
                <a:lnTo>
                  <a:pt x="911361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5">
                <a:moveTo>
                  <a:pt x="6350" y="43814"/>
                </a:moveTo>
                <a:lnTo>
                  <a:pt x="2793" y="43814"/>
                </a:lnTo>
                <a:lnTo>
                  <a:pt x="0" y="46736"/>
                </a:lnTo>
                <a:lnTo>
                  <a:pt x="0" y="53720"/>
                </a:lnTo>
                <a:lnTo>
                  <a:pt x="2793" y="56514"/>
                </a:lnTo>
                <a:lnTo>
                  <a:pt x="911733" y="58165"/>
                </a:lnTo>
                <a:lnTo>
                  <a:pt x="884662" y="58165"/>
                </a:lnTo>
                <a:lnTo>
                  <a:pt x="895597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814"/>
                </a:lnTo>
                <a:close/>
              </a:path>
              <a:path w="920750" h="103505">
                <a:moveTo>
                  <a:pt x="914374" y="55524"/>
                </a:moveTo>
                <a:lnTo>
                  <a:pt x="909833" y="58165"/>
                </a:lnTo>
                <a:lnTo>
                  <a:pt x="911733" y="58165"/>
                </a:lnTo>
                <a:lnTo>
                  <a:pt x="914374" y="55524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61" y="57276"/>
                </a:lnTo>
                <a:lnTo>
                  <a:pt x="914374" y="55524"/>
                </a:lnTo>
                <a:lnTo>
                  <a:pt x="914526" y="55524"/>
                </a:lnTo>
                <a:lnTo>
                  <a:pt x="914526" y="48260"/>
                </a:lnTo>
                <a:lnTo>
                  <a:pt x="914675" y="48260"/>
                </a:lnTo>
                <a:lnTo>
                  <a:pt x="911421" y="46354"/>
                </a:lnTo>
                <a:close/>
              </a:path>
              <a:path w="920750" h="103505">
                <a:moveTo>
                  <a:pt x="914675" y="48260"/>
                </a:moveTo>
                <a:lnTo>
                  <a:pt x="914526" y="48260"/>
                </a:lnTo>
                <a:lnTo>
                  <a:pt x="914526" y="55524"/>
                </a:lnTo>
                <a:lnTo>
                  <a:pt x="914374" y="55524"/>
                </a:lnTo>
                <a:lnTo>
                  <a:pt x="920750" y="51815"/>
                </a:lnTo>
                <a:lnTo>
                  <a:pt x="914675" y="48260"/>
                </a:lnTo>
                <a:close/>
              </a:path>
              <a:path w="920750" h="103505">
                <a:moveTo>
                  <a:pt x="832231" y="0"/>
                </a:moveTo>
                <a:lnTo>
                  <a:pt x="828294" y="1015"/>
                </a:lnTo>
                <a:lnTo>
                  <a:pt x="826516" y="4063"/>
                </a:lnTo>
                <a:lnTo>
                  <a:pt x="824864" y="6985"/>
                </a:lnTo>
                <a:lnTo>
                  <a:pt x="825881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1" y="0"/>
                </a:lnTo>
                <a:close/>
              </a:path>
              <a:path w="920750" h="103505">
                <a:moveTo>
                  <a:pt x="911733" y="45465"/>
                </a:moveTo>
                <a:lnTo>
                  <a:pt x="909903" y="45465"/>
                </a:lnTo>
                <a:lnTo>
                  <a:pt x="914675" y="48260"/>
                </a:lnTo>
                <a:lnTo>
                  <a:pt x="914527" y="48260"/>
                </a:lnTo>
                <a:lnTo>
                  <a:pt x="9117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03450" y="2997707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5">
                <a:moveTo>
                  <a:pt x="895666" y="51815"/>
                </a:moveTo>
                <a:lnTo>
                  <a:pt x="892100" y="53847"/>
                </a:ln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7" y="102362"/>
                </a:lnTo>
                <a:lnTo>
                  <a:pt x="832104" y="103377"/>
                </a:lnTo>
                <a:lnTo>
                  <a:pt x="835151" y="101726"/>
                </a:lnTo>
                <a:lnTo>
                  <a:pt x="911384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5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599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5">
                <a:moveTo>
                  <a:pt x="914352" y="55546"/>
                </a:moveTo>
                <a:lnTo>
                  <a:pt x="909859" y="58165"/>
                </a:lnTo>
                <a:lnTo>
                  <a:pt x="911732" y="58165"/>
                </a:lnTo>
                <a:lnTo>
                  <a:pt x="914352" y="55546"/>
                </a:lnTo>
                <a:close/>
              </a:path>
              <a:path w="920750" h="103505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5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84" y="57276"/>
                </a:lnTo>
                <a:lnTo>
                  <a:pt x="914352" y="55546"/>
                </a:lnTo>
                <a:lnTo>
                  <a:pt x="914526" y="55546"/>
                </a:lnTo>
                <a:lnTo>
                  <a:pt x="914526" y="48387"/>
                </a:lnTo>
                <a:lnTo>
                  <a:pt x="914061" y="47900"/>
                </a:lnTo>
                <a:lnTo>
                  <a:pt x="911421" y="46354"/>
                </a:lnTo>
                <a:close/>
              </a:path>
              <a:path w="920750" h="103505">
                <a:moveTo>
                  <a:pt x="914061" y="47900"/>
                </a:moveTo>
                <a:lnTo>
                  <a:pt x="914526" y="48387"/>
                </a:lnTo>
                <a:lnTo>
                  <a:pt x="914526" y="55546"/>
                </a:lnTo>
                <a:lnTo>
                  <a:pt x="914352" y="55546"/>
                </a:lnTo>
                <a:lnTo>
                  <a:pt x="920750" y="51815"/>
                </a:lnTo>
                <a:lnTo>
                  <a:pt x="914061" y="47900"/>
                </a:lnTo>
                <a:close/>
              </a:path>
              <a:path w="920750" h="103505">
                <a:moveTo>
                  <a:pt x="832231" y="0"/>
                </a:moveTo>
                <a:lnTo>
                  <a:pt x="828294" y="1015"/>
                </a:lnTo>
                <a:lnTo>
                  <a:pt x="826516" y="4063"/>
                </a:lnTo>
                <a:lnTo>
                  <a:pt x="824864" y="7112"/>
                </a:lnTo>
                <a:lnTo>
                  <a:pt x="825881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1" y="0"/>
                </a:lnTo>
                <a:close/>
              </a:path>
              <a:path w="920750" h="103505">
                <a:moveTo>
                  <a:pt x="911732" y="45465"/>
                </a:moveTo>
                <a:lnTo>
                  <a:pt x="909903" y="45465"/>
                </a:lnTo>
                <a:lnTo>
                  <a:pt x="914061" y="47900"/>
                </a:lnTo>
                <a:lnTo>
                  <a:pt x="911732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13050" y="3378708"/>
            <a:ext cx="920750" cy="103505"/>
          </a:xfrm>
          <a:custGeom>
            <a:avLst/>
            <a:gdLst/>
            <a:ahLst/>
            <a:cxnLst/>
            <a:rect l="l" t="t" r="r" b="b"/>
            <a:pathLst>
              <a:path w="920750" h="103504">
                <a:moveTo>
                  <a:pt x="895666" y="51815"/>
                </a:moveTo>
                <a:lnTo>
                  <a:pt x="892100" y="53847"/>
                </a:lnTo>
                <a:lnTo>
                  <a:pt x="825626" y="92455"/>
                </a:lnTo>
                <a:lnTo>
                  <a:pt x="824611" y="96392"/>
                </a:lnTo>
                <a:lnTo>
                  <a:pt x="826388" y="99313"/>
                </a:lnTo>
                <a:lnTo>
                  <a:pt x="828166" y="102362"/>
                </a:lnTo>
                <a:lnTo>
                  <a:pt x="832103" y="103377"/>
                </a:lnTo>
                <a:lnTo>
                  <a:pt x="835151" y="101726"/>
                </a:lnTo>
                <a:lnTo>
                  <a:pt x="911384" y="57276"/>
                </a:lnTo>
                <a:lnTo>
                  <a:pt x="905001" y="57276"/>
                </a:lnTo>
                <a:lnTo>
                  <a:pt x="895666" y="51815"/>
                </a:lnTo>
                <a:close/>
              </a:path>
              <a:path w="920750" h="103504">
                <a:moveTo>
                  <a:pt x="6350" y="43941"/>
                </a:moveTo>
                <a:lnTo>
                  <a:pt x="2793" y="43941"/>
                </a:lnTo>
                <a:lnTo>
                  <a:pt x="0" y="46736"/>
                </a:lnTo>
                <a:lnTo>
                  <a:pt x="0" y="53847"/>
                </a:lnTo>
                <a:lnTo>
                  <a:pt x="2793" y="56641"/>
                </a:lnTo>
                <a:lnTo>
                  <a:pt x="911732" y="58165"/>
                </a:lnTo>
                <a:lnTo>
                  <a:pt x="884666" y="58165"/>
                </a:lnTo>
                <a:lnTo>
                  <a:pt x="895599" y="51815"/>
                </a:lnTo>
                <a:lnTo>
                  <a:pt x="884812" y="45465"/>
                </a:lnTo>
                <a:lnTo>
                  <a:pt x="908176" y="45465"/>
                </a:lnTo>
                <a:lnTo>
                  <a:pt x="6350" y="43941"/>
                </a:lnTo>
                <a:close/>
              </a:path>
              <a:path w="920750" h="103504">
                <a:moveTo>
                  <a:pt x="914352" y="55546"/>
                </a:moveTo>
                <a:lnTo>
                  <a:pt x="909859" y="58165"/>
                </a:lnTo>
                <a:lnTo>
                  <a:pt x="911733" y="58165"/>
                </a:lnTo>
                <a:lnTo>
                  <a:pt x="914352" y="55546"/>
                </a:lnTo>
                <a:close/>
              </a:path>
              <a:path w="920750" h="103504">
                <a:moveTo>
                  <a:pt x="905001" y="46354"/>
                </a:moveTo>
                <a:lnTo>
                  <a:pt x="895666" y="51815"/>
                </a:lnTo>
                <a:lnTo>
                  <a:pt x="905001" y="57276"/>
                </a:lnTo>
                <a:lnTo>
                  <a:pt x="905001" y="46354"/>
                </a:lnTo>
                <a:close/>
              </a:path>
              <a:path w="920750" h="103504">
                <a:moveTo>
                  <a:pt x="911421" y="46354"/>
                </a:moveTo>
                <a:lnTo>
                  <a:pt x="905001" y="46354"/>
                </a:lnTo>
                <a:lnTo>
                  <a:pt x="905001" y="57276"/>
                </a:lnTo>
                <a:lnTo>
                  <a:pt x="911384" y="57276"/>
                </a:lnTo>
                <a:lnTo>
                  <a:pt x="914352" y="55546"/>
                </a:lnTo>
                <a:lnTo>
                  <a:pt x="914526" y="55546"/>
                </a:lnTo>
                <a:lnTo>
                  <a:pt x="914526" y="48387"/>
                </a:lnTo>
                <a:lnTo>
                  <a:pt x="914061" y="47900"/>
                </a:lnTo>
                <a:lnTo>
                  <a:pt x="911421" y="46354"/>
                </a:lnTo>
                <a:close/>
              </a:path>
              <a:path w="920750" h="103504">
                <a:moveTo>
                  <a:pt x="914061" y="47900"/>
                </a:moveTo>
                <a:lnTo>
                  <a:pt x="914526" y="48387"/>
                </a:lnTo>
                <a:lnTo>
                  <a:pt x="914526" y="55546"/>
                </a:lnTo>
                <a:lnTo>
                  <a:pt x="914352" y="55546"/>
                </a:lnTo>
                <a:lnTo>
                  <a:pt x="920750" y="51815"/>
                </a:lnTo>
                <a:lnTo>
                  <a:pt x="914061" y="47900"/>
                </a:lnTo>
                <a:close/>
              </a:path>
              <a:path w="920750" h="103504">
                <a:moveTo>
                  <a:pt x="832230" y="0"/>
                </a:moveTo>
                <a:lnTo>
                  <a:pt x="828294" y="1015"/>
                </a:lnTo>
                <a:lnTo>
                  <a:pt x="824738" y="7112"/>
                </a:lnTo>
                <a:lnTo>
                  <a:pt x="825880" y="10921"/>
                </a:lnTo>
                <a:lnTo>
                  <a:pt x="828801" y="12700"/>
                </a:lnTo>
                <a:lnTo>
                  <a:pt x="895666" y="51815"/>
                </a:lnTo>
                <a:lnTo>
                  <a:pt x="905001" y="46354"/>
                </a:lnTo>
                <a:lnTo>
                  <a:pt x="911421" y="46354"/>
                </a:lnTo>
                <a:lnTo>
                  <a:pt x="832230" y="0"/>
                </a:lnTo>
                <a:close/>
              </a:path>
              <a:path w="920750" h="103504">
                <a:moveTo>
                  <a:pt x="911733" y="45465"/>
                </a:moveTo>
                <a:lnTo>
                  <a:pt x="909903" y="45465"/>
                </a:lnTo>
                <a:lnTo>
                  <a:pt x="914061" y="47900"/>
                </a:lnTo>
                <a:lnTo>
                  <a:pt x="911733" y="45465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560578"/>
            <a:ext cx="7167245" cy="2580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"/>
              <a:buChar char="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maintain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insertion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order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both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slicing.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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immutable.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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tuple().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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tuple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represented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as: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1842770">
              <a:lnSpc>
                <a:spcPct val="100000"/>
              </a:lnSpc>
              <a:tabLst>
                <a:tab pos="260794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A=(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or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A=tuple()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3116452"/>
            <a:ext cx="1864995" cy="12287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t1=(‘A’,2.3,4)</a:t>
            </a:r>
            <a:endParaRPr sz="1800">
              <a:latin typeface="Trebuchet MS"/>
              <a:cs typeface="Trebuchet MS"/>
            </a:endParaRPr>
          </a:p>
          <a:p>
            <a:pPr marL="354330" marR="5080" indent="68580">
              <a:lnSpc>
                <a:spcPct val="1461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print(t1) print(type(t1))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81560" y="3517772"/>
            <a:ext cx="2007870" cy="82740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(‘A’,2.3,4)</a:t>
            </a:r>
            <a:endParaRPr sz="1800">
              <a:latin typeface="Trebuchet MS"/>
              <a:cs typeface="Trebuchet MS"/>
            </a:endParaRPr>
          </a:p>
          <a:p>
            <a:pPr marL="49784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&lt;class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‘tuple’&gt;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6250" y="3834129"/>
            <a:ext cx="387350" cy="103505"/>
          </a:xfrm>
          <a:custGeom>
            <a:avLst/>
            <a:gdLst/>
            <a:ahLst/>
            <a:cxnLst/>
            <a:rect l="l" t="t" r="r" b="b"/>
            <a:pathLst>
              <a:path w="387350" h="103504">
                <a:moveTo>
                  <a:pt x="371601" y="46482"/>
                </a:moveTo>
                <a:lnTo>
                  <a:pt x="292226" y="92456"/>
                </a:lnTo>
                <a:lnTo>
                  <a:pt x="291083" y="96266"/>
                </a:lnTo>
                <a:lnTo>
                  <a:pt x="294639" y="102362"/>
                </a:lnTo>
                <a:lnTo>
                  <a:pt x="298576" y="103378"/>
                </a:lnTo>
                <a:lnTo>
                  <a:pt x="377898" y="57531"/>
                </a:lnTo>
                <a:lnTo>
                  <a:pt x="371601" y="57531"/>
                </a:lnTo>
                <a:lnTo>
                  <a:pt x="362335" y="52070"/>
                </a:lnTo>
                <a:lnTo>
                  <a:pt x="371601" y="52070"/>
                </a:lnTo>
                <a:lnTo>
                  <a:pt x="371601" y="46482"/>
                </a:lnTo>
                <a:close/>
              </a:path>
              <a:path w="387350" h="103504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374777" y="58420"/>
                </a:lnTo>
                <a:lnTo>
                  <a:pt x="350990" y="58420"/>
                </a:lnTo>
                <a:lnTo>
                  <a:pt x="361954" y="52070"/>
                </a:lnTo>
                <a:lnTo>
                  <a:pt x="362335" y="52070"/>
                </a:lnTo>
                <a:lnTo>
                  <a:pt x="351560" y="45720"/>
                </a:lnTo>
                <a:lnTo>
                  <a:pt x="374776" y="45720"/>
                </a:lnTo>
                <a:lnTo>
                  <a:pt x="6350" y="44069"/>
                </a:lnTo>
                <a:close/>
              </a:path>
              <a:path w="387350" h="103504">
                <a:moveTo>
                  <a:pt x="381083" y="55665"/>
                </a:moveTo>
                <a:lnTo>
                  <a:pt x="379217" y="56769"/>
                </a:lnTo>
                <a:lnTo>
                  <a:pt x="376359" y="58420"/>
                </a:lnTo>
                <a:lnTo>
                  <a:pt x="378206" y="58420"/>
                </a:lnTo>
                <a:lnTo>
                  <a:pt x="381083" y="55665"/>
                </a:lnTo>
                <a:close/>
              </a:path>
              <a:path w="387350" h="103504">
                <a:moveTo>
                  <a:pt x="371601" y="52070"/>
                </a:moveTo>
                <a:lnTo>
                  <a:pt x="362335" y="52070"/>
                </a:lnTo>
                <a:lnTo>
                  <a:pt x="371601" y="57531"/>
                </a:lnTo>
                <a:lnTo>
                  <a:pt x="371601" y="52070"/>
                </a:lnTo>
                <a:close/>
              </a:path>
              <a:path w="387350" h="103504">
                <a:moveTo>
                  <a:pt x="377867" y="46482"/>
                </a:moveTo>
                <a:lnTo>
                  <a:pt x="371601" y="46482"/>
                </a:lnTo>
                <a:lnTo>
                  <a:pt x="371601" y="57531"/>
                </a:lnTo>
                <a:lnTo>
                  <a:pt x="377898" y="57531"/>
                </a:lnTo>
                <a:lnTo>
                  <a:pt x="381126" y="55665"/>
                </a:lnTo>
                <a:lnTo>
                  <a:pt x="381126" y="48514"/>
                </a:lnTo>
                <a:lnTo>
                  <a:pt x="380856" y="48243"/>
                </a:lnTo>
                <a:lnTo>
                  <a:pt x="377867" y="46482"/>
                </a:lnTo>
                <a:close/>
              </a:path>
              <a:path w="387350" h="103504">
                <a:moveTo>
                  <a:pt x="380856" y="48243"/>
                </a:moveTo>
                <a:lnTo>
                  <a:pt x="381126" y="48514"/>
                </a:lnTo>
                <a:lnTo>
                  <a:pt x="381126" y="55665"/>
                </a:lnTo>
                <a:lnTo>
                  <a:pt x="387350" y="52070"/>
                </a:lnTo>
                <a:lnTo>
                  <a:pt x="380856" y="48243"/>
                </a:lnTo>
                <a:close/>
              </a:path>
              <a:path w="387350" h="103504">
                <a:moveTo>
                  <a:pt x="298957" y="0"/>
                </a:moveTo>
                <a:lnTo>
                  <a:pt x="295020" y="1016"/>
                </a:lnTo>
                <a:lnTo>
                  <a:pt x="291464" y="7112"/>
                </a:lnTo>
                <a:lnTo>
                  <a:pt x="292481" y="10922"/>
                </a:lnTo>
                <a:lnTo>
                  <a:pt x="362335" y="52070"/>
                </a:lnTo>
                <a:lnTo>
                  <a:pt x="361954" y="52070"/>
                </a:lnTo>
                <a:lnTo>
                  <a:pt x="371601" y="46482"/>
                </a:lnTo>
                <a:lnTo>
                  <a:pt x="377867" y="46482"/>
                </a:lnTo>
                <a:lnTo>
                  <a:pt x="298957" y="0"/>
                </a:lnTo>
                <a:close/>
              </a:path>
              <a:path w="387350" h="103504">
                <a:moveTo>
                  <a:pt x="378332" y="45720"/>
                </a:moveTo>
                <a:lnTo>
                  <a:pt x="376574" y="45720"/>
                </a:lnTo>
                <a:lnTo>
                  <a:pt x="380856" y="48243"/>
                </a:lnTo>
                <a:lnTo>
                  <a:pt x="3783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27250" y="4215129"/>
            <a:ext cx="387350" cy="103505"/>
          </a:xfrm>
          <a:custGeom>
            <a:avLst/>
            <a:gdLst/>
            <a:ahLst/>
            <a:cxnLst/>
            <a:rect l="l" t="t" r="r" b="b"/>
            <a:pathLst>
              <a:path w="387350" h="103504">
                <a:moveTo>
                  <a:pt x="371601" y="46482"/>
                </a:moveTo>
                <a:lnTo>
                  <a:pt x="292226" y="92456"/>
                </a:lnTo>
                <a:lnTo>
                  <a:pt x="291083" y="96266"/>
                </a:lnTo>
                <a:lnTo>
                  <a:pt x="294639" y="102362"/>
                </a:lnTo>
                <a:lnTo>
                  <a:pt x="298576" y="103378"/>
                </a:lnTo>
                <a:lnTo>
                  <a:pt x="377898" y="57531"/>
                </a:lnTo>
                <a:lnTo>
                  <a:pt x="371601" y="57531"/>
                </a:lnTo>
                <a:lnTo>
                  <a:pt x="362335" y="52070"/>
                </a:lnTo>
                <a:lnTo>
                  <a:pt x="371601" y="52070"/>
                </a:lnTo>
                <a:lnTo>
                  <a:pt x="371601" y="46482"/>
                </a:lnTo>
                <a:close/>
              </a:path>
              <a:path w="387350" h="103504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374777" y="58420"/>
                </a:lnTo>
                <a:lnTo>
                  <a:pt x="350990" y="58420"/>
                </a:lnTo>
                <a:lnTo>
                  <a:pt x="361954" y="52070"/>
                </a:lnTo>
                <a:lnTo>
                  <a:pt x="362335" y="52070"/>
                </a:lnTo>
                <a:lnTo>
                  <a:pt x="351560" y="45720"/>
                </a:lnTo>
                <a:lnTo>
                  <a:pt x="374776" y="45720"/>
                </a:lnTo>
                <a:lnTo>
                  <a:pt x="6350" y="44069"/>
                </a:lnTo>
                <a:close/>
              </a:path>
              <a:path w="387350" h="103504">
                <a:moveTo>
                  <a:pt x="381083" y="55665"/>
                </a:moveTo>
                <a:lnTo>
                  <a:pt x="379217" y="56769"/>
                </a:lnTo>
                <a:lnTo>
                  <a:pt x="376359" y="58420"/>
                </a:lnTo>
                <a:lnTo>
                  <a:pt x="378206" y="58420"/>
                </a:lnTo>
                <a:lnTo>
                  <a:pt x="381083" y="55665"/>
                </a:lnTo>
                <a:close/>
              </a:path>
              <a:path w="387350" h="103504">
                <a:moveTo>
                  <a:pt x="371601" y="52070"/>
                </a:moveTo>
                <a:lnTo>
                  <a:pt x="362335" y="52070"/>
                </a:lnTo>
                <a:lnTo>
                  <a:pt x="371601" y="57531"/>
                </a:lnTo>
                <a:lnTo>
                  <a:pt x="371601" y="52070"/>
                </a:lnTo>
                <a:close/>
              </a:path>
              <a:path w="387350" h="103504">
                <a:moveTo>
                  <a:pt x="377867" y="46482"/>
                </a:moveTo>
                <a:lnTo>
                  <a:pt x="371601" y="46482"/>
                </a:lnTo>
                <a:lnTo>
                  <a:pt x="371601" y="57531"/>
                </a:lnTo>
                <a:lnTo>
                  <a:pt x="377898" y="57531"/>
                </a:lnTo>
                <a:lnTo>
                  <a:pt x="381126" y="55665"/>
                </a:lnTo>
                <a:lnTo>
                  <a:pt x="381126" y="48514"/>
                </a:lnTo>
                <a:lnTo>
                  <a:pt x="380856" y="48243"/>
                </a:lnTo>
                <a:lnTo>
                  <a:pt x="377867" y="46482"/>
                </a:lnTo>
                <a:close/>
              </a:path>
              <a:path w="387350" h="103504">
                <a:moveTo>
                  <a:pt x="380856" y="48243"/>
                </a:moveTo>
                <a:lnTo>
                  <a:pt x="381126" y="48514"/>
                </a:lnTo>
                <a:lnTo>
                  <a:pt x="381126" y="55665"/>
                </a:lnTo>
                <a:lnTo>
                  <a:pt x="387350" y="52070"/>
                </a:lnTo>
                <a:lnTo>
                  <a:pt x="380856" y="48243"/>
                </a:lnTo>
                <a:close/>
              </a:path>
              <a:path w="387350" h="103504">
                <a:moveTo>
                  <a:pt x="298957" y="0"/>
                </a:moveTo>
                <a:lnTo>
                  <a:pt x="295020" y="1016"/>
                </a:lnTo>
                <a:lnTo>
                  <a:pt x="291464" y="7112"/>
                </a:lnTo>
                <a:lnTo>
                  <a:pt x="292481" y="10922"/>
                </a:lnTo>
                <a:lnTo>
                  <a:pt x="362335" y="52070"/>
                </a:lnTo>
                <a:lnTo>
                  <a:pt x="361954" y="52070"/>
                </a:lnTo>
                <a:lnTo>
                  <a:pt x="371601" y="46482"/>
                </a:lnTo>
                <a:lnTo>
                  <a:pt x="377867" y="46482"/>
                </a:lnTo>
                <a:lnTo>
                  <a:pt x="298957" y="0"/>
                </a:lnTo>
                <a:close/>
              </a:path>
              <a:path w="387350" h="103504">
                <a:moveTo>
                  <a:pt x="378332" y="45720"/>
                </a:moveTo>
                <a:lnTo>
                  <a:pt x="376574" y="45720"/>
                </a:lnTo>
                <a:lnTo>
                  <a:pt x="380856" y="48243"/>
                </a:lnTo>
                <a:lnTo>
                  <a:pt x="3783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65" dirty="0">
                <a:solidFill>
                  <a:srgbClr val="F1A399"/>
                </a:solidFill>
                <a:latin typeface="Arial"/>
                <a:cs typeface="Arial"/>
              </a:rPr>
              <a:t>Set</a:t>
            </a:r>
            <a:r>
              <a:rPr b="1" spc="4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category</a:t>
            </a:r>
            <a:r>
              <a:rPr b="1" spc="3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dAtatype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69290" y="1612023"/>
          <a:ext cx="7625715" cy="348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050" spc="25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111760" marR="24130">
                        <a:lnSpc>
                          <a:spcPct val="80000"/>
                        </a:lnSpc>
                        <a:spcBef>
                          <a:spcPts val="22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r>
                        <a:rPr sz="1300" spc="3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datatype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allows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us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store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values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different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with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300" spc="-5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values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without</a:t>
                      </a:r>
                      <a:r>
                        <a:rPr sz="1300" spc="-6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maintaining</a:t>
                      </a:r>
                      <a:r>
                        <a:rPr sz="1300" spc="-5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insertion</a:t>
                      </a:r>
                      <a:r>
                        <a:rPr sz="1300" spc="-5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order.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25" dirty="0">
                          <a:solidFill>
                            <a:srgbClr val="90C225"/>
                          </a:solidFill>
                          <a:latin typeface="Lucida Sans Unicode"/>
                          <a:cs typeface="Lucida Sans Unicode"/>
                        </a:rPr>
                        <a:t>▶</a:t>
                      </a:r>
                      <a:endParaRPr sz="1050">
                        <a:latin typeface="Lucida Sans Unicode"/>
                        <a:cs typeface="Lucida Sans Unicode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This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category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contains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two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datatypes: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spc="-25" dirty="0">
                          <a:solidFill>
                            <a:srgbClr val="90C225"/>
                          </a:solidFill>
                          <a:latin typeface="Trebuchet MS"/>
                          <a:cs typeface="Trebuchet MS"/>
                        </a:rPr>
                        <a:t>1.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6858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-25" dirty="0">
                          <a:solidFill>
                            <a:srgbClr val="90C225"/>
                          </a:solidFill>
                          <a:latin typeface="Trebuchet MS"/>
                          <a:cs typeface="Trebuchet MS"/>
                        </a:rPr>
                        <a:t>2.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Frozenset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73660" algn="ctr">
                        <a:lnSpc>
                          <a:spcPct val="100000"/>
                        </a:lnSpc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Wingdings"/>
                          <a:cs typeface="Wingdings"/>
                        </a:rPr>
                        <a:t></a:t>
                      </a:r>
                      <a:endParaRPr sz="1050">
                        <a:latin typeface="Wingdings"/>
                        <a:cs typeface="Wingdings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300" b="1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SET: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17970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1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predefined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class.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object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allows</a:t>
                      </a:r>
                      <a:r>
                        <a:rPr sz="1300" spc="-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us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store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multiple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values</a:t>
                      </a:r>
                      <a:r>
                        <a:rPr sz="1300" spc="-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same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different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type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both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types.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858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object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organized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only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unique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values.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object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5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never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maintain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insertion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order.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R="14541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Elements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must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enclosed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within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{},and</a:t>
                      </a:r>
                      <a:r>
                        <a:rPr sz="13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all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elements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separated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by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commas.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marR="145415" algn="ctr">
                        <a:lnSpc>
                          <a:spcPts val="1240"/>
                        </a:lnSpc>
                        <a:spcBef>
                          <a:spcPts val="540"/>
                        </a:spcBef>
                      </a:pPr>
                      <a:r>
                        <a:rPr sz="1050" spc="-50" dirty="0">
                          <a:solidFill>
                            <a:srgbClr val="90C225"/>
                          </a:solidFill>
                          <a:latin typeface="Arial MT"/>
                          <a:cs typeface="Arial MT"/>
                        </a:rPr>
                        <a:t>•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6858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490"/>
                        </a:lnSpc>
                        <a:spcBef>
                          <a:spcPts val="290"/>
                        </a:spcBef>
                      </a:pP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An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object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set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mutable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r>
                        <a:rPr sz="13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add()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immutable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3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case</a:t>
                      </a:r>
                      <a:r>
                        <a:rPr sz="13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item</a:t>
                      </a:r>
                      <a:r>
                        <a:rPr sz="13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3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assignment.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483819"/>
            <a:ext cx="7252334" cy="217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can’t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apply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slicing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operations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because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never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maintain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insertion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order.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set().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create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use: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k=set()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424180" indent="-411480">
              <a:lnSpc>
                <a:spcPct val="100000"/>
              </a:lnSpc>
              <a:buClr>
                <a:srgbClr val="90C225"/>
              </a:buClr>
              <a:buSzPct val="80555"/>
              <a:buFont typeface="Courier New"/>
              <a:buChar char="o"/>
              <a:tabLst>
                <a:tab pos="424180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FUNCTIONS</a:t>
            </a:r>
            <a:r>
              <a:rPr sz="18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SETS: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5811" y="2764663"/>
            <a:ext cx="3651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adding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object.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636647"/>
            <a:ext cx="1618615" cy="24352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1105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Add()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Clear()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Discard()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Issubset()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Issuperset()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Union()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5173217"/>
            <a:ext cx="182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</a:tabLst>
            </a:pPr>
            <a:r>
              <a:rPr sz="1450" spc="-20" dirty="0">
                <a:solidFill>
                  <a:srgbClr val="90C225"/>
                </a:solidFill>
                <a:latin typeface="Trebuchet MS"/>
                <a:cs typeface="Trebuchet MS"/>
              </a:rPr>
              <a:t>vii.</a:t>
            </a:r>
            <a:r>
              <a:rPr sz="14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Intersection()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70050" y="2919729"/>
            <a:ext cx="463550" cy="103505"/>
          </a:xfrm>
          <a:custGeom>
            <a:avLst/>
            <a:gdLst/>
            <a:ahLst/>
            <a:cxnLst/>
            <a:rect l="l" t="t" r="r" b="b"/>
            <a:pathLst>
              <a:path w="463550" h="103505">
                <a:moveTo>
                  <a:pt x="447801" y="46482"/>
                </a:moveTo>
                <a:lnTo>
                  <a:pt x="368426" y="92456"/>
                </a:lnTo>
                <a:lnTo>
                  <a:pt x="367411" y="96393"/>
                </a:lnTo>
                <a:lnTo>
                  <a:pt x="369188" y="99441"/>
                </a:lnTo>
                <a:lnTo>
                  <a:pt x="370839" y="102489"/>
                </a:lnTo>
                <a:lnTo>
                  <a:pt x="374776" y="103505"/>
                </a:lnTo>
                <a:lnTo>
                  <a:pt x="454124" y="57531"/>
                </a:lnTo>
                <a:lnTo>
                  <a:pt x="447801" y="57531"/>
                </a:lnTo>
                <a:lnTo>
                  <a:pt x="438506" y="52070"/>
                </a:lnTo>
                <a:lnTo>
                  <a:pt x="447801" y="52070"/>
                </a:lnTo>
                <a:lnTo>
                  <a:pt x="447801" y="46482"/>
                </a:lnTo>
                <a:close/>
              </a:path>
              <a:path w="463550" h="103505">
                <a:moveTo>
                  <a:pt x="6350" y="44069"/>
                </a:moveTo>
                <a:lnTo>
                  <a:pt x="2920" y="44069"/>
                </a:lnTo>
                <a:lnTo>
                  <a:pt x="0" y="46990"/>
                </a:lnTo>
                <a:lnTo>
                  <a:pt x="0" y="53975"/>
                </a:lnTo>
                <a:lnTo>
                  <a:pt x="2793" y="56769"/>
                </a:lnTo>
                <a:lnTo>
                  <a:pt x="454405" y="58420"/>
                </a:lnTo>
                <a:lnTo>
                  <a:pt x="427190" y="58420"/>
                </a:lnTo>
                <a:lnTo>
                  <a:pt x="438154" y="52070"/>
                </a:lnTo>
                <a:lnTo>
                  <a:pt x="438506" y="52070"/>
                </a:lnTo>
                <a:lnTo>
                  <a:pt x="427697" y="45720"/>
                </a:lnTo>
                <a:lnTo>
                  <a:pt x="450976" y="45720"/>
                </a:lnTo>
                <a:lnTo>
                  <a:pt x="6350" y="44069"/>
                </a:lnTo>
                <a:close/>
              </a:path>
              <a:path w="463550" h="103505">
                <a:moveTo>
                  <a:pt x="456907" y="55918"/>
                </a:moveTo>
                <a:lnTo>
                  <a:pt x="452590" y="58420"/>
                </a:lnTo>
                <a:lnTo>
                  <a:pt x="454406" y="58420"/>
                </a:lnTo>
                <a:lnTo>
                  <a:pt x="456907" y="55918"/>
                </a:lnTo>
                <a:close/>
              </a:path>
              <a:path w="463550" h="103505">
                <a:moveTo>
                  <a:pt x="447801" y="52070"/>
                </a:moveTo>
                <a:lnTo>
                  <a:pt x="438506" y="52070"/>
                </a:lnTo>
                <a:lnTo>
                  <a:pt x="447801" y="57531"/>
                </a:lnTo>
                <a:lnTo>
                  <a:pt x="447801" y="52070"/>
                </a:lnTo>
                <a:close/>
              </a:path>
              <a:path w="463550" h="103505">
                <a:moveTo>
                  <a:pt x="454067" y="46482"/>
                </a:moveTo>
                <a:lnTo>
                  <a:pt x="447801" y="46482"/>
                </a:lnTo>
                <a:lnTo>
                  <a:pt x="447801" y="57531"/>
                </a:lnTo>
                <a:lnTo>
                  <a:pt x="454124" y="57531"/>
                </a:lnTo>
                <a:lnTo>
                  <a:pt x="456907" y="55918"/>
                </a:lnTo>
                <a:lnTo>
                  <a:pt x="457326" y="55499"/>
                </a:lnTo>
                <a:lnTo>
                  <a:pt x="457326" y="48514"/>
                </a:lnTo>
                <a:lnTo>
                  <a:pt x="457056" y="48243"/>
                </a:lnTo>
                <a:lnTo>
                  <a:pt x="454067" y="46482"/>
                </a:lnTo>
                <a:close/>
              </a:path>
              <a:path w="463550" h="103505">
                <a:moveTo>
                  <a:pt x="457056" y="48243"/>
                </a:moveTo>
                <a:lnTo>
                  <a:pt x="457326" y="48514"/>
                </a:lnTo>
                <a:lnTo>
                  <a:pt x="457326" y="55499"/>
                </a:lnTo>
                <a:lnTo>
                  <a:pt x="456907" y="55918"/>
                </a:lnTo>
                <a:lnTo>
                  <a:pt x="463550" y="52070"/>
                </a:lnTo>
                <a:lnTo>
                  <a:pt x="457056" y="48243"/>
                </a:lnTo>
                <a:close/>
              </a:path>
              <a:path w="463550" h="103505">
                <a:moveTo>
                  <a:pt x="375157" y="0"/>
                </a:moveTo>
                <a:lnTo>
                  <a:pt x="371220" y="1016"/>
                </a:lnTo>
                <a:lnTo>
                  <a:pt x="367664" y="7112"/>
                </a:lnTo>
                <a:lnTo>
                  <a:pt x="368681" y="11049"/>
                </a:lnTo>
                <a:lnTo>
                  <a:pt x="438506" y="52070"/>
                </a:lnTo>
                <a:lnTo>
                  <a:pt x="438154" y="52070"/>
                </a:lnTo>
                <a:lnTo>
                  <a:pt x="447801" y="46482"/>
                </a:lnTo>
                <a:lnTo>
                  <a:pt x="454067" y="46482"/>
                </a:lnTo>
                <a:lnTo>
                  <a:pt x="375157" y="0"/>
                </a:lnTo>
                <a:close/>
              </a:path>
              <a:path w="463550" h="103505">
                <a:moveTo>
                  <a:pt x="454532" y="45720"/>
                </a:moveTo>
                <a:lnTo>
                  <a:pt x="452774" y="45720"/>
                </a:lnTo>
                <a:lnTo>
                  <a:pt x="457056" y="48243"/>
                </a:lnTo>
                <a:lnTo>
                  <a:pt x="4545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84450" y="4062857"/>
            <a:ext cx="692150" cy="103505"/>
          </a:xfrm>
          <a:custGeom>
            <a:avLst/>
            <a:gdLst/>
            <a:ahLst/>
            <a:cxnLst/>
            <a:rect l="l" t="t" r="r" b="b"/>
            <a:pathLst>
              <a:path w="692150" h="103504">
                <a:moveTo>
                  <a:pt x="667080" y="51943"/>
                </a:moveTo>
                <a:lnTo>
                  <a:pt x="663684" y="53848"/>
                </a:lnTo>
                <a:lnTo>
                  <a:pt x="597026" y="92456"/>
                </a:lnTo>
                <a:lnTo>
                  <a:pt x="596011" y="96393"/>
                </a:lnTo>
                <a:lnTo>
                  <a:pt x="597788" y="99314"/>
                </a:lnTo>
                <a:lnTo>
                  <a:pt x="599567" y="102362"/>
                </a:lnTo>
                <a:lnTo>
                  <a:pt x="603376" y="103378"/>
                </a:lnTo>
                <a:lnTo>
                  <a:pt x="606425" y="101727"/>
                </a:lnTo>
                <a:lnTo>
                  <a:pt x="682746" y="57404"/>
                </a:lnTo>
                <a:lnTo>
                  <a:pt x="676401" y="57404"/>
                </a:lnTo>
                <a:lnTo>
                  <a:pt x="667080" y="51943"/>
                </a:lnTo>
                <a:close/>
              </a:path>
              <a:path w="692150" h="103504">
                <a:moveTo>
                  <a:pt x="6350" y="43942"/>
                </a:moveTo>
                <a:lnTo>
                  <a:pt x="2793" y="43942"/>
                </a:lnTo>
                <a:lnTo>
                  <a:pt x="0" y="46863"/>
                </a:lnTo>
                <a:lnTo>
                  <a:pt x="0" y="53848"/>
                </a:lnTo>
                <a:lnTo>
                  <a:pt x="2793" y="56642"/>
                </a:lnTo>
                <a:lnTo>
                  <a:pt x="683132" y="58293"/>
                </a:lnTo>
                <a:lnTo>
                  <a:pt x="656010" y="58293"/>
                </a:lnTo>
                <a:lnTo>
                  <a:pt x="666973" y="51943"/>
                </a:lnTo>
                <a:lnTo>
                  <a:pt x="661011" y="48387"/>
                </a:lnTo>
                <a:lnTo>
                  <a:pt x="656242" y="45593"/>
                </a:lnTo>
                <a:lnTo>
                  <a:pt x="679576" y="45593"/>
                </a:lnTo>
                <a:lnTo>
                  <a:pt x="6350" y="43942"/>
                </a:lnTo>
                <a:close/>
              </a:path>
              <a:path w="692150" h="103504">
                <a:moveTo>
                  <a:pt x="685529" y="55788"/>
                </a:moveTo>
                <a:lnTo>
                  <a:pt x="681215" y="58293"/>
                </a:lnTo>
                <a:lnTo>
                  <a:pt x="683133" y="58293"/>
                </a:lnTo>
                <a:lnTo>
                  <a:pt x="685529" y="55788"/>
                </a:lnTo>
                <a:close/>
              </a:path>
              <a:path w="692150" h="103504">
                <a:moveTo>
                  <a:pt x="676401" y="46482"/>
                </a:moveTo>
                <a:lnTo>
                  <a:pt x="673112" y="48387"/>
                </a:lnTo>
                <a:lnTo>
                  <a:pt x="667080" y="51943"/>
                </a:lnTo>
                <a:lnTo>
                  <a:pt x="676401" y="57404"/>
                </a:lnTo>
                <a:lnTo>
                  <a:pt x="676401" y="46482"/>
                </a:lnTo>
                <a:close/>
              </a:path>
              <a:path w="692150" h="103504">
                <a:moveTo>
                  <a:pt x="682845" y="46482"/>
                </a:moveTo>
                <a:lnTo>
                  <a:pt x="676401" y="46482"/>
                </a:lnTo>
                <a:lnTo>
                  <a:pt x="676401" y="57404"/>
                </a:lnTo>
                <a:lnTo>
                  <a:pt x="682746" y="57404"/>
                </a:lnTo>
                <a:lnTo>
                  <a:pt x="685529" y="55788"/>
                </a:lnTo>
                <a:lnTo>
                  <a:pt x="685926" y="55372"/>
                </a:lnTo>
                <a:lnTo>
                  <a:pt x="685926" y="48387"/>
                </a:lnTo>
                <a:lnTo>
                  <a:pt x="685693" y="48153"/>
                </a:lnTo>
                <a:lnTo>
                  <a:pt x="682845" y="46482"/>
                </a:lnTo>
                <a:close/>
              </a:path>
              <a:path w="692150" h="103504">
                <a:moveTo>
                  <a:pt x="685693" y="48153"/>
                </a:moveTo>
                <a:lnTo>
                  <a:pt x="685926" y="48387"/>
                </a:lnTo>
                <a:lnTo>
                  <a:pt x="685926" y="55372"/>
                </a:lnTo>
                <a:lnTo>
                  <a:pt x="685529" y="55788"/>
                </a:lnTo>
                <a:lnTo>
                  <a:pt x="692150" y="51943"/>
                </a:lnTo>
                <a:lnTo>
                  <a:pt x="685693" y="48153"/>
                </a:lnTo>
                <a:close/>
              </a:path>
              <a:path w="692150" h="103504">
                <a:moveTo>
                  <a:pt x="603631" y="0"/>
                </a:moveTo>
                <a:lnTo>
                  <a:pt x="599820" y="1016"/>
                </a:lnTo>
                <a:lnTo>
                  <a:pt x="596264" y="7112"/>
                </a:lnTo>
                <a:lnTo>
                  <a:pt x="597281" y="11049"/>
                </a:lnTo>
                <a:lnTo>
                  <a:pt x="667080" y="51943"/>
                </a:lnTo>
                <a:lnTo>
                  <a:pt x="673112" y="48387"/>
                </a:lnTo>
                <a:lnTo>
                  <a:pt x="676401" y="46482"/>
                </a:lnTo>
                <a:lnTo>
                  <a:pt x="682845" y="46482"/>
                </a:lnTo>
                <a:lnTo>
                  <a:pt x="603631" y="0"/>
                </a:lnTo>
                <a:close/>
              </a:path>
              <a:path w="692150" h="103504">
                <a:moveTo>
                  <a:pt x="683133" y="45593"/>
                </a:moveTo>
                <a:lnTo>
                  <a:pt x="681330" y="45593"/>
                </a:lnTo>
                <a:lnTo>
                  <a:pt x="685693" y="48153"/>
                </a:lnTo>
                <a:lnTo>
                  <a:pt x="683133" y="45593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362075" y="4333875"/>
            <a:ext cx="5657850" cy="1771650"/>
            <a:chOff x="1362075" y="4333875"/>
            <a:chExt cx="5657850" cy="1771650"/>
          </a:xfrm>
        </p:grpSpPr>
        <p:sp>
          <p:nvSpPr>
            <p:cNvPr id="4" name="object 4"/>
            <p:cNvSpPr/>
            <p:nvPr/>
          </p:nvSpPr>
          <p:spPr>
            <a:xfrm>
              <a:off x="1371600" y="4343400"/>
              <a:ext cx="5638800" cy="1752600"/>
            </a:xfrm>
            <a:custGeom>
              <a:avLst/>
              <a:gdLst/>
              <a:ahLst/>
              <a:cxnLst/>
              <a:rect l="l" t="t" r="r" b="b"/>
              <a:pathLst>
                <a:path w="5638800" h="1752600">
                  <a:moveTo>
                    <a:pt x="5346700" y="0"/>
                  </a:moveTo>
                  <a:lnTo>
                    <a:pt x="0" y="0"/>
                  </a:lnTo>
                  <a:lnTo>
                    <a:pt x="0" y="1752600"/>
                  </a:lnTo>
                  <a:lnTo>
                    <a:pt x="5638800" y="1752600"/>
                  </a:lnTo>
                  <a:lnTo>
                    <a:pt x="5638800" y="292100"/>
                  </a:lnTo>
                  <a:lnTo>
                    <a:pt x="5634976" y="244727"/>
                  </a:lnTo>
                  <a:lnTo>
                    <a:pt x="5623905" y="199786"/>
                  </a:lnTo>
                  <a:lnTo>
                    <a:pt x="5606190" y="157877"/>
                  </a:lnTo>
                  <a:lnTo>
                    <a:pt x="5582432" y="119603"/>
                  </a:lnTo>
                  <a:lnTo>
                    <a:pt x="5553233" y="85566"/>
                  </a:lnTo>
                  <a:lnTo>
                    <a:pt x="5519196" y="56367"/>
                  </a:lnTo>
                  <a:lnTo>
                    <a:pt x="5480922" y="32609"/>
                  </a:lnTo>
                  <a:lnTo>
                    <a:pt x="5439013" y="14894"/>
                  </a:lnTo>
                  <a:lnTo>
                    <a:pt x="5394072" y="3823"/>
                  </a:lnTo>
                  <a:lnTo>
                    <a:pt x="534670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00" y="4343400"/>
              <a:ext cx="5638800" cy="1752600"/>
            </a:xfrm>
            <a:custGeom>
              <a:avLst/>
              <a:gdLst/>
              <a:ahLst/>
              <a:cxnLst/>
              <a:rect l="l" t="t" r="r" b="b"/>
              <a:pathLst>
                <a:path w="5638800" h="1752600">
                  <a:moveTo>
                    <a:pt x="0" y="0"/>
                  </a:moveTo>
                  <a:lnTo>
                    <a:pt x="5346700" y="0"/>
                  </a:lnTo>
                  <a:lnTo>
                    <a:pt x="5394072" y="3823"/>
                  </a:lnTo>
                  <a:lnTo>
                    <a:pt x="5439013" y="14894"/>
                  </a:lnTo>
                  <a:lnTo>
                    <a:pt x="5480922" y="32609"/>
                  </a:lnTo>
                  <a:lnTo>
                    <a:pt x="5519196" y="56367"/>
                  </a:lnTo>
                  <a:lnTo>
                    <a:pt x="5553233" y="85566"/>
                  </a:lnTo>
                  <a:lnTo>
                    <a:pt x="5582432" y="119603"/>
                  </a:lnTo>
                  <a:lnTo>
                    <a:pt x="5606190" y="157877"/>
                  </a:lnTo>
                  <a:lnTo>
                    <a:pt x="5623905" y="199786"/>
                  </a:lnTo>
                  <a:lnTo>
                    <a:pt x="5634976" y="244727"/>
                  </a:lnTo>
                  <a:lnTo>
                    <a:pt x="5638800" y="292100"/>
                  </a:lnTo>
                  <a:lnTo>
                    <a:pt x="56388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88340" y="434086"/>
            <a:ext cx="7623175" cy="534225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"/>
              <a:buChar char="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800" b="1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set: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predefined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class.</a:t>
            </a:r>
            <a:endParaRPr sz="1800">
              <a:latin typeface="Trebuchet MS"/>
              <a:cs typeface="Trebuchet MS"/>
            </a:endParaRPr>
          </a:p>
          <a:p>
            <a:pPr marL="355600" marR="5080" indent="-34353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allows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multiple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type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different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type.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organized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only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elements.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never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maintain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insertion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order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also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can’t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apply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indexing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slicing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operations.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Arial MT"/>
              <a:buChar char="•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frozen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frozenset().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500380" algn="l"/>
              </a:tabLst>
            </a:pPr>
            <a:r>
              <a:rPr sz="1800" b="1" spc="-25" dirty="0">
                <a:solidFill>
                  <a:srgbClr val="404040"/>
                </a:solidFill>
                <a:latin typeface="Trebuchet MS"/>
                <a:cs typeface="Trebuchet MS"/>
              </a:rPr>
              <a:t>EX: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frozenset()</a:t>
            </a:r>
            <a:endParaRPr sz="1800">
              <a:latin typeface="Trebuchet MS"/>
              <a:cs typeface="Trebuchet MS"/>
            </a:endParaRPr>
          </a:p>
          <a:p>
            <a:pPr marL="558165">
              <a:lnSpc>
                <a:spcPct val="100000"/>
              </a:lnSpc>
              <a:spcBef>
                <a:spcPts val="1000"/>
              </a:spcBef>
              <a:tabLst>
                <a:tab pos="3241040" algn="l"/>
                <a:tab pos="368046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print(fs,type(fs))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{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}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&lt;class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frozenset&gt;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NOTE:</a:t>
            </a:r>
            <a:endParaRPr sz="1800">
              <a:latin typeface="Trebuchet MS"/>
              <a:cs typeface="Trebuchet MS"/>
            </a:endParaRPr>
          </a:p>
          <a:p>
            <a:pPr marL="938530" marR="1637664" algn="ctr">
              <a:lnSpc>
                <a:spcPct val="100000"/>
              </a:lnSpc>
              <a:spcBef>
                <a:spcPts val="47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frozen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similar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an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object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immutable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object</a:t>
            </a:r>
            <a:r>
              <a:rPr sz="180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180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both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mutable(add())</a:t>
            </a:r>
            <a:r>
              <a:rPr sz="1800" spc="-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</a:rPr>
              <a:t>immutable(item assignment).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56964"/>
            <a:ext cx="3224530" cy="36379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Courier New"/>
              <a:buChar char="o"/>
              <a:tabLst>
                <a:tab pos="355600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FUNCTIONS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FROZENSET: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Issubset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Issuperset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Disjoint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Union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Intersection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endParaRPr sz="1800">
              <a:latin typeface="Trebuchet MS"/>
              <a:cs typeface="Trebuchet MS"/>
            </a:endParaRPr>
          </a:p>
          <a:p>
            <a:pPr marL="413384" indent="-40068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AutoNum type="romanLcPeriod"/>
              <a:tabLst>
                <a:tab pos="413384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endParaRPr sz="1800">
              <a:latin typeface="Trebuchet MS"/>
              <a:cs typeface="Trebuchet MS"/>
            </a:endParaRPr>
          </a:p>
          <a:p>
            <a:pPr marL="411480" indent="-39878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AutoNum type="romanLcPeriod"/>
              <a:tabLst>
                <a:tab pos="41148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Symmetric_difference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Dictionary</a:t>
            </a:r>
            <a:r>
              <a:rPr b="1" spc="21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category</a:t>
            </a:r>
            <a:r>
              <a:rPr b="1" spc="229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datatype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01359"/>
            <a:ext cx="7580630" cy="3529329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category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contain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only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datatype(Dict):</a:t>
            </a:r>
            <a:endParaRPr sz="1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allows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form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(key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value)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pairs</a:t>
            </a:r>
            <a:endParaRPr sz="1800">
              <a:latin typeface="Trebuchet MS"/>
              <a:cs typeface="Trebuchet MS"/>
            </a:endParaRPr>
          </a:p>
          <a:p>
            <a:pPr marL="355600" marR="323215" indent="-34353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(key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value)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keys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represents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.The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may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not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unique</a:t>
            </a:r>
            <a:endParaRPr sz="1800">
              <a:latin typeface="Trebuchet MS"/>
              <a:cs typeface="Trebuchet MS"/>
            </a:endParaRPr>
          </a:p>
          <a:p>
            <a:pPr marL="355600" marR="5080" indent="-34353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dict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must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enclosed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{}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separated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by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comma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whose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keys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separated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(:).and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terminated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comma</a:t>
            </a:r>
            <a:endParaRPr sz="1800">
              <a:latin typeface="Trebuchet MS"/>
              <a:cs typeface="Trebuchet MS"/>
            </a:endParaRPr>
          </a:p>
          <a:p>
            <a:pPr marL="12700" marR="1871980" indent="342900">
              <a:lnSpc>
                <a:spcPct val="146100"/>
              </a:lnSpc>
              <a:buClr>
                <a:srgbClr val="90C225"/>
              </a:buClr>
              <a:buSzPct val="80555"/>
              <a:buFont typeface="Wingdings"/>
              <a:buChar char=""/>
              <a:tabLst>
                <a:tab pos="355600" algn="l"/>
              </a:tabLst>
            </a:pP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convert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dict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use: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Dict().and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allows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store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dict.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355803"/>
            <a:ext cx="415226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90C225"/>
              </a:buClr>
              <a:buSzPct val="79411"/>
              <a:buFont typeface="Wingdings"/>
              <a:buChar char="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can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create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dict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140" y="616051"/>
            <a:ext cx="1964689" cy="1028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0"/>
              </a:spcBef>
              <a:tabLst>
                <a:tab pos="469900" algn="l"/>
              </a:tabLst>
            </a:pPr>
            <a:r>
              <a:rPr sz="1350" spc="-25" dirty="0">
                <a:solidFill>
                  <a:srgbClr val="90C225"/>
                </a:solidFill>
                <a:latin typeface="Trebuchet MS"/>
                <a:cs typeface="Trebuchet MS"/>
              </a:rPr>
              <a:t>1.</a:t>
            </a:r>
            <a:r>
              <a:rPr sz="1350" dirty="0">
                <a:solidFill>
                  <a:srgbClr val="90C225"/>
                </a:solidFill>
                <a:latin typeface="Trebuchet MS"/>
                <a:cs typeface="Trebuchet MS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dict.</a:t>
            </a:r>
            <a:r>
              <a:rPr sz="1700" spc="5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: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print(type(dict_obj)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7038" y="690118"/>
            <a:ext cx="3075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8333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dict_obj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={}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or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dict_obj=dict{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}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4803" y="1359153"/>
            <a:ext cx="11474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&lt;class</a:t>
            </a:r>
            <a:r>
              <a:rPr sz="17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dict&gt;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1619252"/>
            <a:ext cx="2651760" cy="10287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5405">
              <a:lnSpc>
                <a:spcPct val="129200"/>
              </a:lnSpc>
              <a:spcBef>
                <a:spcPts val="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dict_obj[keyvalue1]=value dict_obj[‘Roll’]=5 dict_obj[‘Name’]=‘abc’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3029838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print(dict_obj)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5199" y="3029838"/>
            <a:ext cx="22758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{‘Roll’:5,’Name’:’abd’}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4032884"/>
            <a:ext cx="7770495" cy="2498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marR="5080" indent="-457834">
              <a:lnSpc>
                <a:spcPts val="1630"/>
              </a:lnSpc>
              <a:spcBef>
                <a:spcPts val="500"/>
              </a:spcBef>
              <a:tabLst>
                <a:tab pos="2410460" algn="l"/>
              </a:tabLst>
            </a:pPr>
            <a:r>
              <a:rPr sz="1600" spc="-10" dirty="0">
                <a:solidFill>
                  <a:srgbClr val="90C225"/>
                </a:solidFill>
                <a:latin typeface="Trebuchet MS"/>
                <a:cs typeface="Trebuchet MS"/>
              </a:rPr>
              <a:t>2.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Non-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empty</a:t>
            </a:r>
            <a:r>
              <a:rPr sz="17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dict.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A</a:t>
            </a:r>
            <a:r>
              <a:rPr sz="17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non-empty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dictionary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simply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dictionary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contains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least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key-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pair.</a:t>
            </a:r>
            <a:endParaRPr sz="1700">
              <a:latin typeface="Trebuchet MS"/>
              <a:cs typeface="Trebuchet MS"/>
            </a:endParaRPr>
          </a:p>
          <a:p>
            <a:pPr marL="273050" marR="5989955" indent="-260985">
              <a:lnSpc>
                <a:spcPct val="128899"/>
              </a:lnSpc>
              <a:spcBef>
                <a:spcPts val="2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student_info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{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"name":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“Yash",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"age":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18,</a:t>
            </a:r>
            <a:endParaRPr sz="1700">
              <a:latin typeface="Trebuchet MS"/>
              <a:cs typeface="Trebuchet MS"/>
            </a:endParaRPr>
          </a:p>
          <a:p>
            <a:pPr marL="27305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"course":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"Computer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Science"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}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print(student_info)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74850" y="828547"/>
            <a:ext cx="311150" cy="103505"/>
          </a:xfrm>
          <a:custGeom>
            <a:avLst/>
            <a:gdLst/>
            <a:ahLst/>
            <a:cxnLst/>
            <a:rect l="l" t="t" r="r" b="b"/>
            <a:pathLst>
              <a:path w="311150" h="103505">
                <a:moveTo>
                  <a:pt x="295401" y="46481"/>
                </a:moveTo>
                <a:lnTo>
                  <a:pt x="215900" y="92328"/>
                </a:lnTo>
                <a:lnTo>
                  <a:pt x="214883" y="96265"/>
                </a:lnTo>
                <a:lnTo>
                  <a:pt x="216662" y="99313"/>
                </a:lnTo>
                <a:lnTo>
                  <a:pt x="218439" y="102235"/>
                </a:lnTo>
                <a:lnTo>
                  <a:pt x="222250" y="103377"/>
                </a:lnTo>
                <a:lnTo>
                  <a:pt x="301684" y="57530"/>
                </a:lnTo>
                <a:lnTo>
                  <a:pt x="295401" y="57530"/>
                </a:lnTo>
                <a:lnTo>
                  <a:pt x="286135" y="52069"/>
                </a:lnTo>
                <a:lnTo>
                  <a:pt x="295401" y="52069"/>
                </a:lnTo>
                <a:lnTo>
                  <a:pt x="295401" y="46481"/>
                </a:lnTo>
                <a:close/>
              </a:path>
              <a:path w="311150" h="103505">
                <a:moveTo>
                  <a:pt x="6350" y="44196"/>
                </a:moveTo>
                <a:lnTo>
                  <a:pt x="2920" y="44196"/>
                </a:lnTo>
                <a:lnTo>
                  <a:pt x="0" y="46989"/>
                </a:lnTo>
                <a:lnTo>
                  <a:pt x="0" y="53975"/>
                </a:lnTo>
                <a:lnTo>
                  <a:pt x="2793" y="56896"/>
                </a:lnTo>
                <a:lnTo>
                  <a:pt x="298577" y="58419"/>
                </a:lnTo>
                <a:lnTo>
                  <a:pt x="274691" y="58419"/>
                </a:lnTo>
                <a:lnTo>
                  <a:pt x="285707" y="52069"/>
                </a:lnTo>
                <a:lnTo>
                  <a:pt x="286135" y="52069"/>
                </a:lnTo>
                <a:lnTo>
                  <a:pt x="275360" y="45719"/>
                </a:lnTo>
                <a:lnTo>
                  <a:pt x="298576" y="45719"/>
                </a:lnTo>
                <a:lnTo>
                  <a:pt x="6350" y="44196"/>
                </a:lnTo>
                <a:close/>
              </a:path>
              <a:path w="311150" h="103505">
                <a:moveTo>
                  <a:pt x="304836" y="55712"/>
                </a:moveTo>
                <a:lnTo>
                  <a:pt x="300143" y="58419"/>
                </a:lnTo>
                <a:lnTo>
                  <a:pt x="302006" y="58419"/>
                </a:lnTo>
                <a:lnTo>
                  <a:pt x="304836" y="55712"/>
                </a:lnTo>
                <a:close/>
              </a:path>
              <a:path w="311150" h="103505">
                <a:moveTo>
                  <a:pt x="295401" y="52069"/>
                </a:moveTo>
                <a:lnTo>
                  <a:pt x="286135" y="52069"/>
                </a:lnTo>
                <a:lnTo>
                  <a:pt x="295401" y="57530"/>
                </a:lnTo>
                <a:lnTo>
                  <a:pt x="295401" y="52069"/>
                </a:lnTo>
                <a:close/>
              </a:path>
              <a:path w="311150" h="103505">
                <a:moveTo>
                  <a:pt x="301667" y="46481"/>
                </a:moveTo>
                <a:lnTo>
                  <a:pt x="295401" y="46481"/>
                </a:lnTo>
                <a:lnTo>
                  <a:pt x="295401" y="57530"/>
                </a:lnTo>
                <a:lnTo>
                  <a:pt x="301684" y="57530"/>
                </a:lnTo>
                <a:lnTo>
                  <a:pt x="304836" y="55712"/>
                </a:lnTo>
                <a:lnTo>
                  <a:pt x="304926" y="48513"/>
                </a:lnTo>
                <a:lnTo>
                  <a:pt x="304656" y="48243"/>
                </a:lnTo>
                <a:lnTo>
                  <a:pt x="301667" y="46481"/>
                </a:lnTo>
                <a:close/>
              </a:path>
              <a:path w="311150" h="103505">
                <a:moveTo>
                  <a:pt x="304656" y="48243"/>
                </a:moveTo>
                <a:lnTo>
                  <a:pt x="304926" y="48513"/>
                </a:lnTo>
                <a:lnTo>
                  <a:pt x="304926" y="55712"/>
                </a:lnTo>
                <a:lnTo>
                  <a:pt x="307847" y="53975"/>
                </a:lnTo>
                <a:lnTo>
                  <a:pt x="311150" y="52069"/>
                </a:lnTo>
                <a:lnTo>
                  <a:pt x="304656" y="48243"/>
                </a:lnTo>
                <a:close/>
              </a:path>
              <a:path w="311150" h="103505">
                <a:moveTo>
                  <a:pt x="222757" y="0"/>
                </a:moveTo>
                <a:lnTo>
                  <a:pt x="218948" y="888"/>
                </a:lnTo>
                <a:lnTo>
                  <a:pt x="215392" y="6985"/>
                </a:lnTo>
                <a:lnTo>
                  <a:pt x="216407" y="10922"/>
                </a:lnTo>
                <a:lnTo>
                  <a:pt x="219329" y="12700"/>
                </a:lnTo>
                <a:lnTo>
                  <a:pt x="286135" y="52069"/>
                </a:lnTo>
                <a:lnTo>
                  <a:pt x="285707" y="52069"/>
                </a:lnTo>
                <a:lnTo>
                  <a:pt x="295401" y="46481"/>
                </a:lnTo>
                <a:lnTo>
                  <a:pt x="301667" y="46481"/>
                </a:lnTo>
                <a:lnTo>
                  <a:pt x="222757" y="0"/>
                </a:lnTo>
                <a:close/>
              </a:path>
              <a:path w="311150" h="103505">
                <a:moveTo>
                  <a:pt x="302132" y="45719"/>
                </a:moveTo>
                <a:lnTo>
                  <a:pt x="300374" y="45719"/>
                </a:lnTo>
                <a:lnTo>
                  <a:pt x="304656" y="48243"/>
                </a:lnTo>
                <a:lnTo>
                  <a:pt x="302132" y="45719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46250" y="3226054"/>
            <a:ext cx="311150" cy="103505"/>
          </a:xfrm>
          <a:custGeom>
            <a:avLst/>
            <a:gdLst/>
            <a:ahLst/>
            <a:cxnLst/>
            <a:rect l="l" t="t" r="r" b="b"/>
            <a:pathLst>
              <a:path w="311150" h="103504">
                <a:moveTo>
                  <a:pt x="295401" y="46609"/>
                </a:moveTo>
                <a:lnTo>
                  <a:pt x="218948" y="90678"/>
                </a:lnTo>
                <a:lnTo>
                  <a:pt x="215900" y="92329"/>
                </a:lnTo>
                <a:lnTo>
                  <a:pt x="214883" y="96266"/>
                </a:lnTo>
                <a:lnTo>
                  <a:pt x="218439" y="102362"/>
                </a:lnTo>
                <a:lnTo>
                  <a:pt x="222250" y="103378"/>
                </a:lnTo>
                <a:lnTo>
                  <a:pt x="301684" y="57531"/>
                </a:lnTo>
                <a:lnTo>
                  <a:pt x="295401" y="57531"/>
                </a:lnTo>
                <a:lnTo>
                  <a:pt x="286135" y="52070"/>
                </a:lnTo>
                <a:lnTo>
                  <a:pt x="295401" y="52070"/>
                </a:lnTo>
                <a:lnTo>
                  <a:pt x="295401" y="46609"/>
                </a:lnTo>
                <a:close/>
              </a:path>
              <a:path w="311150" h="103504">
                <a:moveTo>
                  <a:pt x="6350" y="44196"/>
                </a:moveTo>
                <a:lnTo>
                  <a:pt x="2920" y="44196"/>
                </a:lnTo>
                <a:lnTo>
                  <a:pt x="0" y="46990"/>
                </a:lnTo>
                <a:lnTo>
                  <a:pt x="0" y="53975"/>
                </a:lnTo>
                <a:lnTo>
                  <a:pt x="2793" y="56896"/>
                </a:lnTo>
                <a:lnTo>
                  <a:pt x="298576" y="58420"/>
                </a:lnTo>
                <a:lnTo>
                  <a:pt x="274911" y="58420"/>
                </a:lnTo>
                <a:lnTo>
                  <a:pt x="285927" y="52070"/>
                </a:lnTo>
                <a:lnTo>
                  <a:pt x="286135" y="52070"/>
                </a:lnTo>
                <a:lnTo>
                  <a:pt x="275360" y="45720"/>
                </a:lnTo>
                <a:lnTo>
                  <a:pt x="298576" y="45720"/>
                </a:lnTo>
                <a:lnTo>
                  <a:pt x="6350" y="44196"/>
                </a:lnTo>
                <a:close/>
              </a:path>
              <a:path w="311150" h="103504">
                <a:moveTo>
                  <a:pt x="304836" y="55712"/>
                </a:moveTo>
                <a:lnTo>
                  <a:pt x="300143" y="58420"/>
                </a:lnTo>
                <a:lnTo>
                  <a:pt x="302006" y="58420"/>
                </a:lnTo>
                <a:lnTo>
                  <a:pt x="304836" y="55712"/>
                </a:lnTo>
                <a:close/>
              </a:path>
              <a:path w="311150" h="103504">
                <a:moveTo>
                  <a:pt x="295401" y="52070"/>
                </a:moveTo>
                <a:lnTo>
                  <a:pt x="286135" y="52070"/>
                </a:lnTo>
                <a:lnTo>
                  <a:pt x="295401" y="57531"/>
                </a:lnTo>
                <a:lnTo>
                  <a:pt x="295401" y="52070"/>
                </a:lnTo>
                <a:close/>
              </a:path>
              <a:path w="311150" h="103504">
                <a:moveTo>
                  <a:pt x="301882" y="46609"/>
                </a:moveTo>
                <a:lnTo>
                  <a:pt x="295401" y="46609"/>
                </a:lnTo>
                <a:lnTo>
                  <a:pt x="295401" y="57531"/>
                </a:lnTo>
                <a:lnTo>
                  <a:pt x="301684" y="57531"/>
                </a:lnTo>
                <a:lnTo>
                  <a:pt x="304836" y="55712"/>
                </a:lnTo>
                <a:lnTo>
                  <a:pt x="304926" y="48641"/>
                </a:lnTo>
                <a:lnTo>
                  <a:pt x="304404" y="48095"/>
                </a:lnTo>
                <a:lnTo>
                  <a:pt x="301882" y="46609"/>
                </a:lnTo>
                <a:close/>
              </a:path>
              <a:path w="311150" h="103504">
                <a:moveTo>
                  <a:pt x="304404" y="48095"/>
                </a:moveTo>
                <a:lnTo>
                  <a:pt x="304926" y="48641"/>
                </a:lnTo>
                <a:lnTo>
                  <a:pt x="304926" y="55712"/>
                </a:lnTo>
                <a:lnTo>
                  <a:pt x="307848" y="53975"/>
                </a:lnTo>
                <a:lnTo>
                  <a:pt x="311150" y="52070"/>
                </a:lnTo>
                <a:lnTo>
                  <a:pt x="304404" y="48095"/>
                </a:lnTo>
                <a:close/>
              </a:path>
              <a:path w="311150" h="103504">
                <a:moveTo>
                  <a:pt x="222757" y="0"/>
                </a:moveTo>
                <a:lnTo>
                  <a:pt x="218948" y="1016"/>
                </a:lnTo>
                <a:lnTo>
                  <a:pt x="217169" y="3937"/>
                </a:lnTo>
                <a:lnTo>
                  <a:pt x="215392" y="6985"/>
                </a:lnTo>
                <a:lnTo>
                  <a:pt x="216407" y="10922"/>
                </a:lnTo>
                <a:lnTo>
                  <a:pt x="219329" y="12700"/>
                </a:lnTo>
                <a:lnTo>
                  <a:pt x="286135" y="52070"/>
                </a:lnTo>
                <a:lnTo>
                  <a:pt x="285927" y="52070"/>
                </a:lnTo>
                <a:lnTo>
                  <a:pt x="295401" y="46609"/>
                </a:lnTo>
                <a:lnTo>
                  <a:pt x="301882" y="46609"/>
                </a:lnTo>
                <a:lnTo>
                  <a:pt x="222757" y="0"/>
                </a:lnTo>
                <a:close/>
              </a:path>
              <a:path w="311150" h="103504">
                <a:moveTo>
                  <a:pt x="302132" y="45720"/>
                </a:moveTo>
                <a:lnTo>
                  <a:pt x="300374" y="45720"/>
                </a:lnTo>
                <a:lnTo>
                  <a:pt x="304404" y="48095"/>
                </a:lnTo>
                <a:lnTo>
                  <a:pt x="3021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67051" y="4291203"/>
            <a:ext cx="323215" cy="103505"/>
          </a:xfrm>
          <a:custGeom>
            <a:avLst/>
            <a:gdLst/>
            <a:ahLst/>
            <a:cxnLst/>
            <a:rect l="l" t="t" r="r" b="b"/>
            <a:pathLst>
              <a:path w="323214" h="103504">
                <a:moveTo>
                  <a:pt x="285953" y="52064"/>
                </a:moveTo>
                <a:lnTo>
                  <a:pt x="216027" y="92456"/>
                </a:lnTo>
                <a:lnTo>
                  <a:pt x="214884" y="96266"/>
                </a:lnTo>
                <a:lnTo>
                  <a:pt x="218440" y="102362"/>
                </a:lnTo>
                <a:lnTo>
                  <a:pt x="222377" y="103378"/>
                </a:lnTo>
                <a:lnTo>
                  <a:pt x="225298" y="101727"/>
                </a:lnTo>
                <a:lnTo>
                  <a:pt x="301797" y="57658"/>
                </a:lnTo>
                <a:lnTo>
                  <a:pt x="295402" y="57658"/>
                </a:lnTo>
                <a:lnTo>
                  <a:pt x="285953" y="52064"/>
                </a:lnTo>
                <a:close/>
              </a:path>
              <a:path w="323214" h="103504">
                <a:moveTo>
                  <a:pt x="6477" y="44196"/>
                </a:moveTo>
                <a:lnTo>
                  <a:pt x="2921" y="44196"/>
                </a:lnTo>
                <a:lnTo>
                  <a:pt x="0" y="47117"/>
                </a:lnTo>
                <a:lnTo>
                  <a:pt x="0" y="54102"/>
                </a:lnTo>
                <a:lnTo>
                  <a:pt x="2793" y="56896"/>
                </a:lnTo>
                <a:lnTo>
                  <a:pt x="322929" y="58547"/>
                </a:lnTo>
                <a:lnTo>
                  <a:pt x="274725" y="58547"/>
                </a:lnTo>
                <a:lnTo>
                  <a:pt x="285953" y="52064"/>
                </a:lnTo>
                <a:lnTo>
                  <a:pt x="275450" y="45847"/>
                </a:lnTo>
                <a:lnTo>
                  <a:pt x="323056" y="45847"/>
                </a:lnTo>
                <a:lnTo>
                  <a:pt x="6477" y="44196"/>
                </a:lnTo>
                <a:close/>
              </a:path>
              <a:path w="323214" h="103504">
                <a:moveTo>
                  <a:pt x="304439" y="56136"/>
                </a:moveTo>
                <a:lnTo>
                  <a:pt x="300254" y="58547"/>
                </a:lnTo>
                <a:lnTo>
                  <a:pt x="302133" y="58547"/>
                </a:lnTo>
                <a:lnTo>
                  <a:pt x="304439" y="56136"/>
                </a:lnTo>
                <a:close/>
              </a:path>
              <a:path w="323214" h="103504">
                <a:moveTo>
                  <a:pt x="295402" y="46609"/>
                </a:moveTo>
                <a:lnTo>
                  <a:pt x="285953" y="52064"/>
                </a:lnTo>
                <a:lnTo>
                  <a:pt x="295402" y="57658"/>
                </a:lnTo>
                <a:lnTo>
                  <a:pt x="295402" y="46609"/>
                </a:lnTo>
                <a:close/>
              </a:path>
              <a:path w="323214" h="103504">
                <a:moveTo>
                  <a:pt x="301818" y="46609"/>
                </a:moveTo>
                <a:lnTo>
                  <a:pt x="295402" y="46609"/>
                </a:lnTo>
                <a:lnTo>
                  <a:pt x="295402" y="57658"/>
                </a:lnTo>
                <a:lnTo>
                  <a:pt x="301797" y="57658"/>
                </a:lnTo>
                <a:lnTo>
                  <a:pt x="304439" y="56136"/>
                </a:lnTo>
                <a:lnTo>
                  <a:pt x="304927" y="55626"/>
                </a:lnTo>
                <a:lnTo>
                  <a:pt x="304927" y="48641"/>
                </a:lnTo>
                <a:lnTo>
                  <a:pt x="304449" y="48163"/>
                </a:lnTo>
                <a:lnTo>
                  <a:pt x="301818" y="46609"/>
                </a:lnTo>
                <a:close/>
              </a:path>
              <a:path w="323214" h="103504">
                <a:moveTo>
                  <a:pt x="304449" y="48163"/>
                </a:moveTo>
                <a:lnTo>
                  <a:pt x="304927" y="48641"/>
                </a:lnTo>
                <a:lnTo>
                  <a:pt x="304927" y="55626"/>
                </a:lnTo>
                <a:lnTo>
                  <a:pt x="304439" y="56136"/>
                </a:lnTo>
                <a:lnTo>
                  <a:pt x="311277" y="52197"/>
                </a:lnTo>
                <a:lnTo>
                  <a:pt x="304449" y="48163"/>
                </a:lnTo>
                <a:close/>
              </a:path>
              <a:path w="323214" h="103504">
                <a:moveTo>
                  <a:pt x="222885" y="0"/>
                </a:moveTo>
                <a:lnTo>
                  <a:pt x="218948" y="1016"/>
                </a:lnTo>
                <a:lnTo>
                  <a:pt x="215392" y="7112"/>
                </a:lnTo>
                <a:lnTo>
                  <a:pt x="216408" y="10922"/>
                </a:lnTo>
                <a:lnTo>
                  <a:pt x="285953" y="52064"/>
                </a:lnTo>
                <a:lnTo>
                  <a:pt x="295402" y="46609"/>
                </a:lnTo>
                <a:lnTo>
                  <a:pt x="301818" y="46609"/>
                </a:lnTo>
                <a:lnTo>
                  <a:pt x="222885" y="0"/>
                </a:lnTo>
                <a:close/>
              </a:path>
              <a:path w="323214" h="103504">
                <a:moveTo>
                  <a:pt x="302133" y="45847"/>
                </a:moveTo>
                <a:lnTo>
                  <a:pt x="300528" y="45847"/>
                </a:lnTo>
                <a:lnTo>
                  <a:pt x="304449" y="48163"/>
                </a:lnTo>
                <a:lnTo>
                  <a:pt x="302133" y="45847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27250" y="1549653"/>
            <a:ext cx="311150" cy="103505"/>
          </a:xfrm>
          <a:custGeom>
            <a:avLst/>
            <a:gdLst/>
            <a:ahLst/>
            <a:cxnLst/>
            <a:rect l="l" t="t" r="r" b="b"/>
            <a:pathLst>
              <a:path w="311150" h="103505">
                <a:moveTo>
                  <a:pt x="295401" y="46609"/>
                </a:moveTo>
                <a:lnTo>
                  <a:pt x="218948" y="90678"/>
                </a:lnTo>
                <a:lnTo>
                  <a:pt x="215900" y="92329"/>
                </a:lnTo>
                <a:lnTo>
                  <a:pt x="214883" y="96266"/>
                </a:lnTo>
                <a:lnTo>
                  <a:pt x="218439" y="102362"/>
                </a:lnTo>
                <a:lnTo>
                  <a:pt x="222250" y="103378"/>
                </a:lnTo>
                <a:lnTo>
                  <a:pt x="301684" y="57531"/>
                </a:lnTo>
                <a:lnTo>
                  <a:pt x="295401" y="57531"/>
                </a:lnTo>
                <a:lnTo>
                  <a:pt x="286135" y="52070"/>
                </a:lnTo>
                <a:lnTo>
                  <a:pt x="295401" y="52070"/>
                </a:lnTo>
                <a:lnTo>
                  <a:pt x="295401" y="46609"/>
                </a:lnTo>
                <a:close/>
              </a:path>
              <a:path w="311150" h="103505">
                <a:moveTo>
                  <a:pt x="6350" y="44196"/>
                </a:moveTo>
                <a:lnTo>
                  <a:pt x="2920" y="44196"/>
                </a:lnTo>
                <a:lnTo>
                  <a:pt x="0" y="46990"/>
                </a:lnTo>
                <a:lnTo>
                  <a:pt x="0" y="53975"/>
                </a:lnTo>
                <a:lnTo>
                  <a:pt x="2793" y="56896"/>
                </a:lnTo>
                <a:lnTo>
                  <a:pt x="298576" y="58420"/>
                </a:lnTo>
                <a:lnTo>
                  <a:pt x="274911" y="58420"/>
                </a:lnTo>
                <a:lnTo>
                  <a:pt x="285927" y="52070"/>
                </a:lnTo>
                <a:lnTo>
                  <a:pt x="286135" y="52070"/>
                </a:lnTo>
                <a:lnTo>
                  <a:pt x="275360" y="45720"/>
                </a:lnTo>
                <a:lnTo>
                  <a:pt x="298576" y="45720"/>
                </a:lnTo>
                <a:lnTo>
                  <a:pt x="6350" y="44196"/>
                </a:lnTo>
                <a:close/>
              </a:path>
              <a:path w="311150" h="103505">
                <a:moveTo>
                  <a:pt x="304836" y="55712"/>
                </a:moveTo>
                <a:lnTo>
                  <a:pt x="300143" y="58420"/>
                </a:lnTo>
                <a:lnTo>
                  <a:pt x="302006" y="58420"/>
                </a:lnTo>
                <a:lnTo>
                  <a:pt x="304836" y="55712"/>
                </a:lnTo>
                <a:close/>
              </a:path>
              <a:path w="311150" h="103505">
                <a:moveTo>
                  <a:pt x="295401" y="52070"/>
                </a:moveTo>
                <a:lnTo>
                  <a:pt x="286135" y="52070"/>
                </a:lnTo>
                <a:lnTo>
                  <a:pt x="295401" y="57531"/>
                </a:lnTo>
                <a:lnTo>
                  <a:pt x="295401" y="52070"/>
                </a:lnTo>
                <a:close/>
              </a:path>
              <a:path w="311150" h="103505">
                <a:moveTo>
                  <a:pt x="301882" y="46609"/>
                </a:moveTo>
                <a:lnTo>
                  <a:pt x="295401" y="46609"/>
                </a:lnTo>
                <a:lnTo>
                  <a:pt x="295401" y="57531"/>
                </a:lnTo>
                <a:lnTo>
                  <a:pt x="301684" y="57531"/>
                </a:lnTo>
                <a:lnTo>
                  <a:pt x="304836" y="55712"/>
                </a:lnTo>
                <a:lnTo>
                  <a:pt x="304926" y="48641"/>
                </a:lnTo>
                <a:lnTo>
                  <a:pt x="304404" y="48095"/>
                </a:lnTo>
                <a:lnTo>
                  <a:pt x="301882" y="46609"/>
                </a:lnTo>
                <a:close/>
              </a:path>
              <a:path w="311150" h="103505">
                <a:moveTo>
                  <a:pt x="304404" y="48095"/>
                </a:moveTo>
                <a:lnTo>
                  <a:pt x="304926" y="48641"/>
                </a:lnTo>
                <a:lnTo>
                  <a:pt x="304926" y="55712"/>
                </a:lnTo>
                <a:lnTo>
                  <a:pt x="307848" y="53975"/>
                </a:lnTo>
                <a:lnTo>
                  <a:pt x="311150" y="52070"/>
                </a:lnTo>
                <a:lnTo>
                  <a:pt x="304404" y="48095"/>
                </a:lnTo>
                <a:close/>
              </a:path>
              <a:path w="311150" h="103505">
                <a:moveTo>
                  <a:pt x="222757" y="0"/>
                </a:moveTo>
                <a:lnTo>
                  <a:pt x="218948" y="1016"/>
                </a:lnTo>
                <a:lnTo>
                  <a:pt x="217169" y="3937"/>
                </a:lnTo>
                <a:lnTo>
                  <a:pt x="215392" y="6985"/>
                </a:lnTo>
                <a:lnTo>
                  <a:pt x="216407" y="10922"/>
                </a:lnTo>
                <a:lnTo>
                  <a:pt x="219329" y="12700"/>
                </a:lnTo>
                <a:lnTo>
                  <a:pt x="286135" y="52070"/>
                </a:lnTo>
                <a:lnTo>
                  <a:pt x="285927" y="52070"/>
                </a:lnTo>
                <a:lnTo>
                  <a:pt x="295401" y="46609"/>
                </a:lnTo>
                <a:lnTo>
                  <a:pt x="301882" y="46609"/>
                </a:lnTo>
                <a:lnTo>
                  <a:pt x="222757" y="0"/>
                </a:lnTo>
                <a:close/>
              </a:path>
              <a:path w="311150" h="103505">
                <a:moveTo>
                  <a:pt x="302132" y="45720"/>
                </a:moveTo>
                <a:lnTo>
                  <a:pt x="300374" y="45720"/>
                </a:lnTo>
                <a:lnTo>
                  <a:pt x="304404" y="48095"/>
                </a:lnTo>
                <a:lnTo>
                  <a:pt x="3021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827" y="1719084"/>
            <a:ext cx="919734" cy="40156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7340" y="25400"/>
            <a:ext cx="4823460" cy="674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125" dirty="0">
                <a:solidFill>
                  <a:srgbClr val="6E919F"/>
                </a:solidFill>
                <a:latin typeface="Times New Roman"/>
                <a:cs typeface="Times New Roman"/>
              </a:rPr>
              <a:t>#</a:t>
            </a:r>
            <a:r>
              <a:rPr sz="1600" spc="-45" dirty="0">
                <a:solidFill>
                  <a:srgbClr val="6E919F"/>
                </a:solidFill>
                <a:latin typeface="Times New Roman"/>
                <a:cs typeface="Times New Roman"/>
              </a:rPr>
              <a:t> </a:t>
            </a:r>
            <a:r>
              <a:rPr sz="1600" spc="-100" dirty="0">
                <a:solidFill>
                  <a:srgbClr val="6E919F"/>
                </a:solidFill>
                <a:latin typeface="Times New Roman"/>
                <a:cs typeface="Times New Roman"/>
              </a:rPr>
              <a:t>DEMONSTRATING</a:t>
            </a:r>
            <a:r>
              <a:rPr sz="1600" spc="10" dirty="0">
                <a:solidFill>
                  <a:srgbClr val="6E919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6E919F"/>
                </a:solidFill>
                <a:latin typeface="Times New Roman"/>
                <a:cs typeface="Times New Roman"/>
              </a:rPr>
              <a:t>SET</a:t>
            </a:r>
            <a:r>
              <a:rPr sz="1600" spc="-15" dirty="0">
                <a:solidFill>
                  <a:srgbClr val="6E919F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6E919F"/>
                </a:solidFill>
                <a:latin typeface="Times New Roman"/>
                <a:cs typeface="Times New Roman"/>
              </a:rPr>
              <a:t>OPERATIONS</a:t>
            </a:r>
            <a:r>
              <a:rPr sz="1600" spc="-5" dirty="0">
                <a:solidFill>
                  <a:srgbClr val="6E919F"/>
                </a:solidFill>
                <a:latin typeface="Times New Roman"/>
                <a:cs typeface="Times New Roman"/>
              </a:rPr>
              <a:t> </a:t>
            </a:r>
            <a:r>
              <a:rPr sz="1600" spc="-135" dirty="0">
                <a:solidFill>
                  <a:srgbClr val="6E919F"/>
                </a:solidFill>
                <a:latin typeface="Times New Roman"/>
                <a:cs typeface="Times New Roman"/>
              </a:rPr>
              <a:t>IN</a:t>
            </a:r>
            <a:r>
              <a:rPr sz="1600" spc="-5" dirty="0">
                <a:solidFill>
                  <a:srgbClr val="6E919F"/>
                </a:solidFill>
                <a:latin typeface="Times New Roman"/>
                <a:cs typeface="Times New Roman"/>
              </a:rPr>
              <a:t> </a:t>
            </a:r>
            <a:r>
              <a:rPr sz="1600" spc="-60" dirty="0">
                <a:solidFill>
                  <a:srgbClr val="6E919F"/>
                </a:solidFill>
                <a:latin typeface="Times New Roman"/>
                <a:cs typeface="Times New Roman"/>
              </a:rPr>
              <a:t>PYTHON</a:t>
            </a:r>
            <a:endParaRPr sz="1600">
              <a:latin typeface="Times New Roman"/>
              <a:cs typeface="Times New Roman"/>
            </a:endParaRPr>
          </a:p>
          <a:p>
            <a:pPr marL="443865">
              <a:lnSpc>
                <a:spcPct val="100000"/>
              </a:lnSpc>
              <a:spcBef>
                <a:spcPts val="1025"/>
              </a:spcBef>
            </a:pP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Define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sets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3}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{3,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4, 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5}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rebuchet MS"/>
                <a:cs typeface="Trebuchet MS"/>
              </a:rPr>
              <a:t>isSubset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subset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A.issubset(B))</a:t>
            </a:r>
            <a:r>
              <a:rPr sz="1400" spc="3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print("B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subset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B.issubset(A))</a:t>
            </a:r>
            <a:r>
              <a:rPr sz="1400" spc="3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{1,2}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print("C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subset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C.issubset(A))</a:t>
            </a:r>
            <a:r>
              <a:rPr sz="1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True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2.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isSuperset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superset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A.issuperset(B))</a:t>
            </a:r>
            <a:r>
              <a:rPr sz="1400" spc="3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print("B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superset</a:t>
            </a:r>
            <a:r>
              <a:rPr sz="1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B.issuperset(A))</a:t>
            </a:r>
            <a:r>
              <a:rPr sz="1400" spc="3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superset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C:",</a:t>
            </a:r>
            <a:r>
              <a:rPr sz="1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A.issuperset(C))</a:t>
            </a:r>
            <a:r>
              <a:rPr sz="1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True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3.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isDisjoint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 B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1400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disjoint:",</a:t>
            </a:r>
            <a:r>
              <a:rPr sz="1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A.isdisjoint(B))</a:t>
            </a:r>
            <a:r>
              <a:rPr sz="1400" spc="3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{6,7}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and D are</a:t>
            </a:r>
            <a:r>
              <a:rPr sz="14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Trebuchet MS"/>
                <a:cs typeface="Trebuchet MS"/>
              </a:rPr>
              <a:t>disjoint:",</a:t>
            </a:r>
            <a:r>
              <a:rPr sz="14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A.isdisjoint(D))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Trebuchet MS"/>
                <a:cs typeface="Trebuchet MS"/>
              </a:rPr>
              <a:t>True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-25003"/>
            <a:ext cx="6085840" cy="52197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4.</a:t>
            </a:r>
            <a:r>
              <a:rPr sz="1600" b="1" spc="-20" dirty="0">
                <a:solidFill>
                  <a:srgbClr val="404040"/>
                </a:solidFill>
                <a:latin typeface="Trebuchet MS"/>
                <a:cs typeface="Trebuchet MS"/>
              </a:rPr>
              <a:t> Union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  <a:tab pos="386207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print("Union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6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A.union(B))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	#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3,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4,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5}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6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|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6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|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B)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union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b="1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5.</a:t>
            </a:r>
            <a:r>
              <a:rPr sz="16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Trebuchet MS"/>
                <a:cs typeface="Trebuchet MS"/>
              </a:rPr>
              <a:t>Intersection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  <a:tab pos="5026660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print("Intersection</a:t>
            </a:r>
            <a:r>
              <a:rPr sz="16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6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A.intersection(B))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	#</a:t>
            </a:r>
            <a:r>
              <a:rPr sz="16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{3}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6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6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6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B)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6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intersection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b="1" dirty="0">
                <a:solidFill>
                  <a:srgbClr val="404040"/>
                </a:solidFill>
                <a:latin typeface="Trebuchet MS"/>
                <a:cs typeface="Trebuchet MS"/>
              </a:rPr>
              <a:t>6.</a:t>
            </a:r>
            <a:r>
              <a:rPr sz="16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A_copy =</a:t>
            </a:r>
            <a:r>
              <a:rPr sz="16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A.copy()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print("Copy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6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6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A_copy)</a:t>
            </a:r>
            <a:r>
              <a:rPr sz="1600" spc="4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3}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A_copy.add(6)</a:t>
            </a:r>
            <a:r>
              <a:rPr sz="1600" spc="3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Modifying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copy</a:t>
            </a:r>
            <a:r>
              <a:rPr sz="16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doesn't</a:t>
            </a:r>
            <a:r>
              <a:rPr sz="16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affect</a:t>
            </a:r>
            <a:r>
              <a:rPr sz="16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6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original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print("Modified 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copy:",</a:t>
            </a:r>
            <a:r>
              <a:rPr sz="16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A_copy)</a:t>
            </a:r>
            <a:r>
              <a:rPr sz="1600" spc="4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6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3,</a:t>
            </a:r>
            <a:r>
              <a:rPr sz="16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6}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250" spc="8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print("Original</a:t>
            </a:r>
            <a:r>
              <a:rPr sz="16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6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A)</a:t>
            </a:r>
            <a:r>
              <a:rPr sz="1600" spc="4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6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6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6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Trebuchet MS"/>
                <a:cs typeface="Trebuchet MS"/>
              </a:rPr>
              <a:t>3}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434086"/>
            <a:ext cx="8111490" cy="391096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b="1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7.</a:t>
            </a:r>
            <a:r>
              <a:rPr sz="1800" b="1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  <a:tab pos="598551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print("Difference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(A</a:t>
            </a: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B):",</a:t>
            </a:r>
            <a:r>
              <a:rPr sz="18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A.difference(B))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#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{1,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2}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8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B)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8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  <a:tab pos="599821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print("Difference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(B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A):",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B.difference(A))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#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{4,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5}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print("B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A:",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A)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8.</a:t>
            </a:r>
            <a:r>
              <a:rPr sz="1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Symmetric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 Difference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  <a:tab pos="762127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print("Symmetric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800" spc="-11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A.symmetric_difference(B))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#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{1,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4,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5}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print("A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^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B:",</a:t>
            </a:r>
            <a:r>
              <a:rPr sz="1800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^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B)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symmetric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difference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79323"/>
            <a:ext cx="8713470" cy="393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162623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Input(</a:t>
            </a:r>
            <a:r>
              <a:rPr sz="1800" b="1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reading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dynamically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keyboard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returns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form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string.</a:t>
            </a:r>
            <a:endParaRPr sz="1800">
              <a:latin typeface="Trebuchet MS"/>
              <a:cs typeface="Trebuchet MS"/>
            </a:endParaRPr>
          </a:p>
          <a:p>
            <a:pPr marL="3699510">
              <a:lnSpc>
                <a:spcPct val="100000"/>
              </a:lnSpc>
              <a:spcBef>
                <a:spcPts val="994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a=input()</a:t>
            </a:r>
            <a:endParaRPr sz="1800">
              <a:latin typeface="Trebuchet MS"/>
              <a:cs typeface="Trebuchet MS"/>
            </a:endParaRPr>
          </a:p>
          <a:p>
            <a:pPr marL="369951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print(“type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a=“,type(a))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80"/>
              </a:spcBef>
            </a:pPr>
            <a:endParaRPr sz="1800">
              <a:latin typeface="Trebuchet MS"/>
              <a:cs typeface="Trebuchet MS"/>
            </a:endParaRPr>
          </a:p>
          <a:p>
            <a:pPr marL="1583055" algn="ctr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6283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Input(message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This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function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reading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dynamically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keyboard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returns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form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string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prompting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message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individual.</a:t>
            </a:r>
            <a:endParaRPr sz="1800">
              <a:latin typeface="Trebuchet MS"/>
              <a:cs typeface="Trebuchet MS"/>
            </a:endParaRPr>
          </a:p>
          <a:p>
            <a:pPr marL="38354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b=input(“enter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no.”)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02804" y="327279"/>
            <a:ext cx="349885" cy="103505"/>
          </a:xfrm>
          <a:custGeom>
            <a:avLst/>
            <a:gdLst/>
            <a:ahLst/>
            <a:cxnLst/>
            <a:rect l="l" t="t" r="r" b="b"/>
            <a:pathLst>
              <a:path w="349884" h="103504">
                <a:moveTo>
                  <a:pt x="333514" y="46609"/>
                </a:moveTo>
                <a:lnTo>
                  <a:pt x="257060" y="90678"/>
                </a:lnTo>
                <a:lnTo>
                  <a:pt x="254139" y="92456"/>
                </a:lnTo>
                <a:lnTo>
                  <a:pt x="252996" y="96266"/>
                </a:lnTo>
                <a:lnTo>
                  <a:pt x="256552" y="102362"/>
                </a:lnTo>
                <a:lnTo>
                  <a:pt x="260489" y="103378"/>
                </a:lnTo>
                <a:lnTo>
                  <a:pt x="263410" y="101726"/>
                </a:lnTo>
                <a:lnTo>
                  <a:pt x="339821" y="57531"/>
                </a:lnTo>
                <a:lnTo>
                  <a:pt x="333514" y="57531"/>
                </a:lnTo>
                <a:lnTo>
                  <a:pt x="324248" y="52070"/>
                </a:lnTo>
                <a:lnTo>
                  <a:pt x="333514" y="52070"/>
                </a:lnTo>
                <a:lnTo>
                  <a:pt x="333514" y="46609"/>
                </a:lnTo>
                <a:close/>
              </a:path>
              <a:path w="349884" h="103504">
                <a:moveTo>
                  <a:pt x="6400" y="44196"/>
                </a:moveTo>
                <a:lnTo>
                  <a:pt x="2895" y="44196"/>
                </a:lnTo>
                <a:lnTo>
                  <a:pt x="38" y="46990"/>
                </a:lnTo>
                <a:lnTo>
                  <a:pt x="0" y="53975"/>
                </a:lnTo>
                <a:lnTo>
                  <a:pt x="2832" y="56896"/>
                </a:lnTo>
                <a:lnTo>
                  <a:pt x="336689" y="58420"/>
                </a:lnTo>
                <a:lnTo>
                  <a:pt x="313024" y="58420"/>
                </a:lnTo>
                <a:lnTo>
                  <a:pt x="324040" y="52070"/>
                </a:lnTo>
                <a:lnTo>
                  <a:pt x="324248" y="52070"/>
                </a:lnTo>
                <a:lnTo>
                  <a:pt x="313472" y="45720"/>
                </a:lnTo>
                <a:lnTo>
                  <a:pt x="336689" y="45720"/>
                </a:lnTo>
                <a:lnTo>
                  <a:pt x="6400" y="44196"/>
                </a:lnTo>
                <a:close/>
              </a:path>
              <a:path w="349884" h="103504">
                <a:moveTo>
                  <a:pt x="342924" y="55735"/>
                </a:moveTo>
                <a:lnTo>
                  <a:pt x="338284" y="58420"/>
                </a:lnTo>
                <a:lnTo>
                  <a:pt x="340118" y="58420"/>
                </a:lnTo>
                <a:lnTo>
                  <a:pt x="342924" y="55735"/>
                </a:lnTo>
                <a:close/>
              </a:path>
              <a:path w="349884" h="103504">
                <a:moveTo>
                  <a:pt x="333514" y="52070"/>
                </a:moveTo>
                <a:lnTo>
                  <a:pt x="324248" y="52070"/>
                </a:lnTo>
                <a:lnTo>
                  <a:pt x="333514" y="57531"/>
                </a:lnTo>
                <a:lnTo>
                  <a:pt x="333514" y="52070"/>
                </a:lnTo>
                <a:close/>
              </a:path>
              <a:path w="349884" h="103504">
                <a:moveTo>
                  <a:pt x="339995" y="46609"/>
                </a:moveTo>
                <a:lnTo>
                  <a:pt x="333514" y="46609"/>
                </a:lnTo>
                <a:lnTo>
                  <a:pt x="333514" y="57531"/>
                </a:lnTo>
                <a:lnTo>
                  <a:pt x="339821" y="57531"/>
                </a:lnTo>
                <a:lnTo>
                  <a:pt x="342924" y="55735"/>
                </a:lnTo>
                <a:lnTo>
                  <a:pt x="343039" y="48641"/>
                </a:lnTo>
                <a:lnTo>
                  <a:pt x="342517" y="48095"/>
                </a:lnTo>
                <a:lnTo>
                  <a:pt x="339995" y="46609"/>
                </a:lnTo>
                <a:close/>
              </a:path>
              <a:path w="349884" h="103504">
                <a:moveTo>
                  <a:pt x="342517" y="48095"/>
                </a:moveTo>
                <a:lnTo>
                  <a:pt x="343039" y="48641"/>
                </a:lnTo>
                <a:lnTo>
                  <a:pt x="343039" y="55735"/>
                </a:lnTo>
                <a:lnTo>
                  <a:pt x="345969" y="53975"/>
                </a:lnTo>
                <a:lnTo>
                  <a:pt x="349262" y="52070"/>
                </a:lnTo>
                <a:lnTo>
                  <a:pt x="342517" y="48095"/>
                </a:lnTo>
                <a:close/>
              </a:path>
              <a:path w="349884" h="103504">
                <a:moveTo>
                  <a:pt x="260870" y="0"/>
                </a:moveTo>
                <a:lnTo>
                  <a:pt x="257060" y="1016"/>
                </a:lnTo>
                <a:lnTo>
                  <a:pt x="253504" y="7112"/>
                </a:lnTo>
                <a:lnTo>
                  <a:pt x="254393" y="10922"/>
                </a:lnTo>
                <a:lnTo>
                  <a:pt x="324248" y="52070"/>
                </a:lnTo>
                <a:lnTo>
                  <a:pt x="324040" y="52070"/>
                </a:lnTo>
                <a:lnTo>
                  <a:pt x="333514" y="46609"/>
                </a:lnTo>
                <a:lnTo>
                  <a:pt x="339995" y="46609"/>
                </a:lnTo>
                <a:lnTo>
                  <a:pt x="260870" y="0"/>
                </a:lnTo>
                <a:close/>
              </a:path>
              <a:path w="349884" h="103504">
                <a:moveTo>
                  <a:pt x="340245" y="45720"/>
                </a:moveTo>
                <a:lnTo>
                  <a:pt x="338486" y="45720"/>
                </a:lnTo>
                <a:lnTo>
                  <a:pt x="342517" y="48095"/>
                </a:lnTo>
                <a:lnTo>
                  <a:pt x="340245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56050" y="1593850"/>
            <a:ext cx="287020" cy="463550"/>
          </a:xfrm>
          <a:custGeom>
            <a:avLst/>
            <a:gdLst/>
            <a:ahLst/>
            <a:cxnLst/>
            <a:rect l="l" t="t" r="r" b="b"/>
            <a:pathLst>
              <a:path w="287020" h="463550">
                <a:moveTo>
                  <a:pt x="228600" y="427554"/>
                </a:moveTo>
                <a:lnTo>
                  <a:pt x="228600" y="452659"/>
                </a:lnTo>
                <a:lnTo>
                  <a:pt x="234950" y="463550"/>
                </a:lnTo>
                <a:lnTo>
                  <a:pt x="241300" y="452659"/>
                </a:lnTo>
                <a:lnTo>
                  <a:pt x="241300" y="447801"/>
                </a:lnTo>
                <a:lnTo>
                  <a:pt x="229488" y="447801"/>
                </a:lnTo>
                <a:lnTo>
                  <a:pt x="234950" y="438440"/>
                </a:lnTo>
                <a:lnTo>
                  <a:pt x="228600" y="427554"/>
                </a:lnTo>
                <a:close/>
              </a:path>
              <a:path w="287020" h="463550">
                <a:moveTo>
                  <a:pt x="228600" y="452659"/>
                </a:moveTo>
                <a:lnTo>
                  <a:pt x="228600" y="454533"/>
                </a:lnTo>
                <a:lnTo>
                  <a:pt x="231219" y="457152"/>
                </a:lnTo>
                <a:lnTo>
                  <a:pt x="228600" y="452659"/>
                </a:lnTo>
                <a:close/>
              </a:path>
              <a:path w="287020" h="463550">
                <a:moveTo>
                  <a:pt x="241300" y="452659"/>
                </a:moveTo>
                <a:lnTo>
                  <a:pt x="238680" y="457152"/>
                </a:lnTo>
                <a:lnTo>
                  <a:pt x="241300" y="454533"/>
                </a:lnTo>
                <a:lnTo>
                  <a:pt x="241300" y="452659"/>
                </a:lnTo>
                <a:close/>
              </a:path>
              <a:path w="287020" h="463550">
                <a:moveTo>
                  <a:pt x="190373" y="367538"/>
                </a:moveTo>
                <a:lnTo>
                  <a:pt x="184276" y="371094"/>
                </a:lnTo>
                <a:lnTo>
                  <a:pt x="183261" y="374903"/>
                </a:lnTo>
                <a:lnTo>
                  <a:pt x="228600" y="452659"/>
                </a:lnTo>
                <a:lnTo>
                  <a:pt x="228600" y="427554"/>
                </a:lnTo>
                <a:lnTo>
                  <a:pt x="194183" y="368553"/>
                </a:lnTo>
                <a:lnTo>
                  <a:pt x="190373" y="367538"/>
                </a:lnTo>
                <a:close/>
              </a:path>
              <a:path w="287020" h="463550">
                <a:moveTo>
                  <a:pt x="279526" y="367538"/>
                </a:moveTo>
                <a:lnTo>
                  <a:pt x="275716" y="368553"/>
                </a:lnTo>
                <a:lnTo>
                  <a:pt x="241300" y="427554"/>
                </a:lnTo>
                <a:lnTo>
                  <a:pt x="241300" y="452659"/>
                </a:lnTo>
                <a:lnTo>
                  <a:pt x="286638" y="374903"/>
                </a:lnTo>
                <a:lnTo>
                  <a:pt x="285623" y="371094"/>
                </a:lnTo>
                <a:lnTo>
                  <a:pt x="279526" y="367538"/>
                </a:lnTo>
                <a:close/>
              </a:path>
              <a:path w="287020" h="463550">
                <a:moveTo>
                  <a:pt x="234950" y="438440"/>
                </a:moveTo>
                <a:lnTo>
                  <a:pt x="229488" y="447801"/>
                </a:lnTo>
                <a:lnTo>
                  <a:pt x="240411" y="447801"/>
                </a:lnTo>
                <a:lnTo>
                  <a:pt x="234950" y="438440"/>
                </a:lnTo>
                <a:close/>
              </a:path>
              <a:path w="287020" h="463550">
                <a:moveTo>
                  <a:pt x="241300" y="427554"/>
                </a:moveTo>
                <a:lnTo>
                  <a:pt x="234950" y="438440"/>
                </a:lnTo>
                <a:lnTo>
                  <a:pt x="240411" y="447801"/>
                </a:lnTo>
                <a:lnTo>
                  <a:pt x="241300" y="447801"/>
                </a:lnTo>
                <a:lnTo>
                  <a:pt x="241300" y="427554"/>
                </a:lnTo>
                <a:close/>
              </a:path>
              <a:path w="287020" h="463550">
                <a:moveTo>
                  <a:pt x="228600" y="234950"/>
                </a:moveTo>
                <a:lnTo>
                  <a:pt x="228600" y="427554"/>
                </a:lnTo>
                <a:lnTo>
                  <a:pt x="234950" y="438440"/>
                </a:lnTo>
                <a:lnTo>
                  <a:pt x="241300" y="427554"/>
                </a:lnTo>
                <a:lnTo>
                  <a:pt x="241300" y="241300"/>
                </a:lnTo>
                <a:lnTo>
                  <a:pt x="234950" y="241300"/>
                </a:lnTo>
                <a:lnTo>
                  <a:pt x="228600" y="234950"/>
                </a:lnTo>
                <a:close/>
              </a:path>
              <a:path w="287020" h="463550">
                <a:moveTo>
                  <a:pt x="9905" y="0"/>
                </a:moveTo>
                <a:lnTo>
                  <a:pt x="2794" y="0"/>
                </a:lnTo>
                <a:lnTo>
                  <a:pt x="0" y="2794"/>
                </a:lnTo>
                <a:lnTo>
                  <a:pt x="0" y="238505"/>
                </a:lnTo>
                <a:lnTo>
                  <a:pt x="2794" y="241300"/>
                </a:lnTo>
                <a:lnTo>
                  <a:pt x="228600" y="241300"/>
                </a:lnTo>
                <a:lnTo>
                  <a:pt x="228600" y="234950"/>
                </a:lnTo>
                <a:lnTo>
                  <a:pt x="12700" y="234950"/>
                </a:lnTo>
                <a:lnTo>
                  <a:pt x="6350" y="228600"/>
                </a:lnTo>
                <a:lnTo>
                  <a:pt x="12700" y="228600"/>
                </a:lnTo>
                <a:lnTo>
                  <a:pt x="12700" y="2794"/>
                </a:lnTo>
                <a:lnTo>
                  <a:pt x="9905" y="0"/>
                </a:lnTo>
                <a:close/>
              </a:path>
              <a:path w="287020" h="463550">
                <a:moveTo>
                  <a:pt x="238505" y="228600"/>
                </a:moveTo>
                <a:lnTo>
                  <a:pt x="12700" y="228600"/>
                </a:lnTo>
                <a:lnTo>
                  <a:pt x="12700" y="234950"/>
                </a:lnTo>
                <a:lnTo>
                  <a:pt x="228600" y="234950"/>
                </a:lnTo>
                <a:lnTo>
                  <a:pt x="234950" y="241300"/>
                </a:lnTo>
                <a:lnTo>
                  <a:pt x="241300" y="241300"/>
                </a:lnTo>
                <a:lnTo>
                  <a:pt x="241300" y="231394"/>
                </a:lnTo>
                <a:lnTo>
                  <a:pt x="238505" y="228600"/>
                </a:lnTo>
                <a:close/>
              </a:path>
              <a:path w="287020" h="463550">
                <a:moveTo>
                  <a:pt x="12700" y="228600"/>
                </a:moveTo>
                <a:lnTo>
                  <a:pt x="6350" y="228600"/>
                </a:lnTo>
                <a:lnTo>
                  <a:pt x="12700" y="234950"/>
                </a:lnTo>
                <a:lnTo>
                  <a:pt x="12700" y="22860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84350" y="2890011"/>
            <a:ext cx="349250" cy="103505"/>
          </a:xfrm>
          <a:custGeom>
            <a:avLst/>
            <a:gdLst/>
            <a:ahLst/>
            <a:cxnLst/>
            <a:rect l="l" t="t" r="r" b="b"/>
            <a:pathLst>
              <a:path w="349250" h="103505">
                <a:moveTo>
                  <a:pt x="333501" y="46609"/>
                </a:moveTo>
                <a:lnTo>
                  <a:pt x="254000" y="92455"/>
                </a:lnTo>
                <a:lnTo>
                  <a:pt x="252983" y="96265"/>
                </a:lnTo>
                <a:lnTo>
                  <a:pt x="256539" y="102362"/>
                </a:lnTo>
                <a:lnTo>
                  <a:pt x="260350" y="103377"/>
                </a:lnTo>
                <a:lnTo>
                  <a:pt x="339784" y="57530"/>
                </a:lnTo>
                <a:lnTo>
                  <a:pt x="333501" y="57530"/>
                </a:lnTo>
                <a:lnTo>
                  <a:pt x="324235" y="52070"/>
                </a:lnTo>
                <a:lnTo>
                  <a:pt x="333501" y="52070"/>
                </a:lnTo>
                <a:lnTo>
                  <a:pt x="333501" y="46609"/>
                </a:lnTo>
                <a:close/>
              </a:path>
              <a:path w="349250" h="103505">
                <a:moveTo>
                  <a:pt x="6350" y="44196"/>
                </a:moveTo>
                <a:lnTo>
                  <a:pt x="2920" y="44196"/>
                </a:lnTo>
                <a:lnTo>
                  <a:pt x="0" y="46989"/>
                </a:lnTo>
                <a:lnTo>
                  <a:pt x="0" y="53975"/>
                </a:lnTo>
                <a:lnTo>
                  <a:pt x="2793" y="56896"/>
                </a:lnTo>
                <a:lnTo>
                  <a:pt x="336677" y="58420"/>
                </a:lnTo>
                <a:lnTo>
                  <a:pt x="313011" y="58420"/>
                </a:lnTo>
                <a:lnTo>
                  <a:pt x="324027" y="52070"/>
                </a:lnTo>
                <a:lnTo>
                  <a:pt x="324235" y="52070"/>
                </a:lnTo>
                <a:lnTo>
                  <a:pt x="313460" y="45720"/>
                </a:lnTo>
                <a:lnTo>
                  <a:pt x="336677" y="45720"/>
                </a:lnTo>
                <a:lnTo>
                  <a:pt x="6350" y="44196"/>
                </a:lnTo>
                <a:close/>
              </a:path>
              <a:path w="349250" h="103505">
                <a:moveTo>
                  <a:pt x="342936" y="55712"/>
                </a:moveTo>
                <a:lnTo>
                  <a:pt x="338243" y="58420"/>
                </a:lnTo>
                <a:lnTo>
                  <a:pt x="340106" y="58420"/>
                </a:lnTo>
                <a:lnTo>
                  <a:pt x="342936" y="55712"/>
                </a:lnTo>
                <a:close/>
              </a:path>
              <a:path w="349250" h="103505">
                <a:moveTo>
                  <a:pt x="333501" y="52070"/>
                </a:moveTo>
                <a:lnTo>
                  <a:pt x="324235" y="52070"/>
                </a:lnTo>
                <a:lnTo>
                  <a:pt x="333501" y="57530"/>
                </a:lnTo>
                <a:lnTo>
                  <a:pt x="333501" y="52070"/>
                </a:lnTo>
                <a:close/>
              </a:path>
              <a:path w="349250" h="103505">
                <a:moveTo>
                  <a:pt x="339982" y="46609"/>
                </a:moveTo>
                <a:lnTo>
                  <a:pt x="333501" y="46609"/>
                </a:lnTo>
                <a:lnTo>
                  <a:pt x="333501" y="57530"/>
                </a:lnTo>
                <a:lnTo>
                  <a:pt x="339784" y="57530"/>
                </a:lnTo>
                <a:lnTo>
                  <a:pt x="342936" y="55712"/>
                </a:lnTo>
                <a:lnTo>
                  <a:pt x="343026" y="48640"/>
                </a:lnTo>
                <a:lnTo>
                  <a:pt x="342504" y="48095"/>
                </a:lnTo>
                <a:lnTo>
                  <a:pt x="339982" y="46609"/>
                </a:lnTo>
                <a:close/>
              </a:path>
              <a:path w="349250" h="103505">
                <a:moveTo>
                  <a:pt x="342504" y="48095"/>
                </a:moveTo>
                <a:lnTo>
                  <a:pt x="343026" y="48640"/>
                </a:lnTo>
                <a:lnTo>
                  <a:pt x="343026" y="55712"/>
                </a:lnTo>
                <a:lnTo>
                  <a:pt x="345948" y="53975"/>
                </a:lnTo>
                <a:lnTo>
                  <a:pt x="349250" y="52070"/>
                </a:lnTo>
                <a:lnTo>
                  <a:pt x="342504" y="48095"/>
                </a:lnTo>
                <a:close/>
              </a:path>
              <a:path w="349250" h="103505">
                <a:moveTo>
                  <a:pt x="260857" y="0"/>
                </a:moveTo>
                <a:lnTo>
                  <a:pt x="257048" y="1015"/>
                </a:lnTo>
                <a:lnTo>
                  <a:pt x="253492" y="7112"/>
                </a:lnTo>
                <a:lnTo>
                  <a:pt x="254381" y="10922"/>
                </a:lnTo>
                <a:lnTo>
                  <a:pt x="324235" y="52070"/>
                </a:lnTo>
                <a:lnTo>
                  <a:pt x="324027" y="52070"/>
                </a:lnTo>
                <a:lnTo>
                  <a:pt x="333501" y="46609"/>
                </a:lnTo>
                <a:lnTo>
                  <a:pt x="339982" y="46609"/>
                </a:lnTo>
                <a:lnTo>
                  <a:pt x="260857" y="0"/>
                </a:lnTo>
                <a:close/>
              </a:path>
              <a:path w="349250" h="103505">
                <a:moveTo>
                  <a:pt x="340232" y="45720"/>
                </a:moveTo>
                <a:lnTo>
                  <a:pt x="338474" y="45720"/>
                </a:lnTo>
                <a:lnTo>
                  <a:pt x="342504" y="48095"/>
                </a:lnTo>
                <a:lnTo>
                  <a:pt x="3402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72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Operators</a:t>
            </a:r>
            <a:r>
              <a:rPr b="1" spc="5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1A399"/>
                </a:solidFill>
                <a:latin typeface="Arial"/>
                <a:cs typeface="Arial"/>
              </a:rPr>
              <a:t>in</a:t>
            </a:r>
            <a:r>
              <a:rPr b="1" spc="60" dirty="0">
                <a:solidFill>
                  <a:srgbClr val="F1A399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F1A399"/>
                </a:solidFill>
                <a:latin typeface="Arial"/>
                <a:cs typeface="Arial"/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27378"/>
            <a:ext cx="6988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  <a:tab pos="3408679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Arithmetic</a:t>
            </a:r>
            <a:r>
              <a:rPr sz="1800" b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Arithmetic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endParaRPr sz="18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symbols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that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mathematical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operations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values.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7850" y="1742948"/>
            <a:ext cx="311150" cy="103505"/>
          </a:xfrm>
          <a:custGeom>
            <a:avLst/>
            <a:gdLst/>
            <a:ahLst/>
            <a:cxnLst/>
            <a:rect l="l" t="t" r="r" b="b"/>
            <a:pathLst>
              <a:path w="311150" h="103505">
                <a:moveTo>
                  <a:pt x="286032" y="52009"/>
                </a:moveTo>
                <a:lnTo>
                  <a:pt x="215900" y="92455"/>
                </a:lnTo>
                <a:lnTo>
                  <a:pt x="214884" y="96265"/>
                </a:lnTo>
                <a:lnTo>
                  <a:pt x="218439" y="102362"/>
                </a:lnTo>
                <a:lnTo>
                  <a:pt x="222250" y="103377"/>
                </a:lnTo>
                <a:lnTo>
                  <a:pt x="225298" y="101726"/>
                </a:lnTo>
                <a:lnTo>
                  <a:pt x="301904" y="57530"/>
                </a:lnTo>
                <a:lnTo>
                  <a:pt x="295401" y="57530"/>
                </a:lnTo>
                <a:lnTo>
                  <a:pt x="286032" y="52009"/>
                </a:lnTo>
                <a:close/>
              </a:path>
              <a:path w="311150" h="103505">
                <a:moveTo>
                  <a:pt x="6350" y="44196"/>
                </a:moveTo>
                <a:lnTo>
                  <a:pt x="2920" y="44196"/>
                </a:lnTo>
                <a:lnTo>
                  <a:pt x="0" y="46989"/>
                </a:lnTo>
                <a:lnTo>
                  <a:pt x="0" y="54101"/>
                </a:lnTo>
                <a:lnTo>
                  <a:pt x="2793" y="56896"/>
                </a:lnTo>
                <a:lnTo>
                  <a:pt x="298576" y="58419"/>
                </a:lnTo>
                <a:lnTo>
                  <a:pt x="274911" y="58419"/>
                </a:lnTo>
                <a:lnTo>
                  <a:pt x="286032" y="52009"/>
                </a:lnTo>
                <a:lnTo>
                  <a:pt x="275360" y="45719"/>
                </a:lnTo>
                <a:lnTo>
                  <a:pt x="298576" y="45719"/>
                </a:lnTo>
                <a:lnTo>
                  <a:pt x="6350" y="44196"/>
                </a:lnTo>
                <a:close/>
              </a:path>
              <a:path w="311150" h="103505">
                <a:moveTo>
                  <a:pt x="304883" y="55787"/>
                </a:moveTo>
                <a:lnTo>
                  <a:pt x="303005" y="56896"/>
                </a:lnTo>
                <a:lnTo>
                  <a:pt x="300363" y="58419"/>
                </a:lnTo>
                <a:lnTo>
                  <a:pt x="302005" y="58419"/>
                </a:lnTo>
                <a:lnTo>
                  <a:pt x="304883" y="55787"/>
                </a:lnTo>
                <a:close/>
              </a:path>
              <a:path w="311150" h="103505">
                <a:moveTo>
                  <a:pt x="295401" y="46609"/>
                </a:moveTo>
                <a:lnTo>
                  <a:pt x="286032" y="52009"/>
                </a:lnTo>
                <a:lnTo>
                  <a:pt x="295401" y="57530"/>
                </a:lnTo>
                <a:lnTo>
                  <a:pt x="295401" y="46609"/>
                </a:lnTo>
                <a:close/>
              </a:path>
              <a:path w="311150" h="103505">
                <a:moveTo>
                  <a:pt x="301691" y="46609"/>
                </a:moveTo>
                <a:lnTo>
                  <a:pt x="295401" y="46609"/>
                </a:lnTo>
                <a:lnTo>
                  <a:pt x="295401" y="57530"/>
                </a:lnTo>
                <a:lnTo>
                  <a:pt x="301904" y="57530"/>
                </a:lnTo>
                <a:lnTo>
                  <a:pt x="304926" y="55787"/>
                </a:lnTo>
                <a:lnTo>
                  <a:pt x="304926" y="48640"/>
                </a:lnTo>
                <a:lnTo>
                  <a:pt x="304662" y="48364"/>
                </a:lnTo>
                <a:lnTo>
                  <a:pt x="301691" y="46609"/>
                </a:lnTo>
                <a:close/>
              </a:path>
              <a:path w="311150" h="103505">
                <a:moveTo>
                  <a:pt x="304662" y="48364"/>
                </a:moveTo>
                <a:lnTo>
                  <a:pt x="304926" y="48640"/>
                </a:lnTo>
                <a:lnTo>
                  <a:pt x="304926" y="55787"/>
                </a:lnTo>
                <a:lnTo>
                  <a:pt x="311150" y="52197"/>
                </a:lnTo>
                <a:lnTo>
                  <a:pt x="304662" y="48364"/>
                </a:lnTo>
                <a:close/>
              </a:path>
              <a:path w="311150" h="103505">
                <a:moveTo>
                  <a:pt x="222758" y="0"/>
                </a:moveTo>
                <a:lnTo>
                  <a:pt x="218948" y="1015"/>
                </a:lnTo>
                <a:lnTo>
                  <a:pt x="215391" y="7112"/>
                </a:lnTo>
                <a:lnTo>
                  <a:pt x="216408" y="10922"/>
                </a:lnTo>
                <a:lnTo>
                  <a:pt x="219328" y="12700"/>
                </a:lnTo>
                <a:lnTo>
                  <a:pt x="286032" y="52009"/>
                </a:lnTo>
                <a:lnTo>
                  <a:pt x="295401" y="46609"/>
                </a:lnTo>
                <a:lnTo>
                  <a:pt x="301691" y="46609"/>
                </a:lnTo>
                <a:lnTo>
                  <a:pt x="222758" y="0"/>
                </a:lnTo>
                <a:close/>
              </a:path>
              <a:path w="311150" h="103505">
                <a:moveTo>
                  <a:pt x="302133" y="45719"/>
                </a:moveTo>
                <a:lnTo>
                  <a:pt x="300186" y="45719"/>
                </a:lnTo>
                <a:lnTo>
                  <a:pt x="304662" y="48364"/>
                </a:lnTo>
                <a:lnTo>
                  <a:pt x="302133" y="45719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1990" y="2282189"/>
          <a:ext cx="3436620" cy="456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latin typeface="Trebuchet MS"/>
                          <a:cs typeface="Trebuchet MS"/>
                        </a:rPr>
                        <a:t>Operato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b="1" spc="-10" dirty="0">
                          <a:latin typeface="Trebuchet MS"/>
                          <a:cs typeface="Trebuchet MS"/>
                        </a:rPr>
                        <a:t>scription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84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latin typeface="Trebuchet MS"/>
                          <a:cs typeface="Trebuchet MS"/>
                        </a:rPr>
                        <a:t>Exampl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Trebuchet MS"/>
                          <a:cs typeface="Trebuchet MS"/>
                        </a:rPr>
                        <a:t>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600" b="1" spc="-10" dirty="0">
                          <a:latin typeface="Trebuchet MS"/>
                          <a:cs typeface="Trebuchet MS"/>
                        </a:rPr>
                        <a:t>Resul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b="1" spc="-50" dirty="0">
                          <a:latin typeface="Trebuchet MS"/>
                          <a:cs typeface="Trebuchet MS"/>
                        </a:rPr>
                        <a:t>t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+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Addition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+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7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-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593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Subtraction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593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593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3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5938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*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marR="869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Multiplicati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2700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10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marR="4159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Division (float result)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/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3335" algn="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2.5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//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marR="41592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Floor Division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(int)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8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//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3335" algn="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04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%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Modulus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(remainder)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8191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%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3335" algn="r">
                        <a:lnSpc>
                          <a:spcPct val="100000"/>
                        </a:lnSpc>
                      </a:pPr>
                      <a:r>
                        <a:rPr sz="1600" spc="-50" dirty="0">
                          <a:latin typeface="Trebuchet MS"/>
                          <a:cs typeface="Trebuchet MS"/>
                        </a:rPr>
                        <a:t>1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37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**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marR="2476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Exponentiat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ion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0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**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R="1270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25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1905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79323"/>
            <a:ext cx="2964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2.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Assignment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8583" y="179323"/>
            <a:ext cx="4414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assign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variables.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3050" y="330454"/>
            <a:ext cx="311150" cy="103505"/>
          </a:xfrm>
          <a:custGeom>
            <a:avLst/>
            <a:gdLst/>
            <a:ahLst/>
            <a:cxnLst/>
            <a:rect l="l" t="t" r="r" b="b"/>
            <a:pathLst>
              <a:path w="311150" h="103504">
                <a:moveTo>
                  <a:pt x="286032" y="52009"/>
                </a:moveTo>
                <a:lnTo>
                  <a:pt x="218948" y="90678"/>
                </a:lnTo>
                <a:lnTo>
                  <a:pt x="215900" y="92329"/>
                </a:lnTo>
                <a:lnTo>
                  <a:pt x="214883" y="96266"/>
                </a:lnTo>
                <a:lnTo>
                  <a:pt x="218439" y="102362"/>
                </a:lnTo>
                <a:lnTo>
                  <a:pt x="222250" y="103378"/>
                </a:lnTo>
                <a:lnTo>
                  <a:pt x="301880" y="57531"/>
                </a:lnTo>
                <a:lnTo>
                  <a:pt x="295401" y="57531"/>
                </a:lnTo>
                <a:lnTo>
                  <a:pt x="286032" y="52009"/>
                </a:lnTo>
                <a:close/>
              </a:path>
              <a:path w="311150" h="103504">
                <a:moveTo>
                  <a:pt x="6350" y="44196"/>
                </a:moveTo>
                <a:lnTo>
                  <a:pt x="2920" y="44196"/>
                </a:lnTo>
                <a:lnTo>
                  <a:pt x="0" y="46990"/>
                </a:lnTo>
                <a:lnTo>
                  <a:pt x="0" y="53975"/>
                </a:lnTo>
                <a:lnTo>
                  <a:pt x="2793" y="56896"/>
                </a:lnTo>
                <a:lnTo>
                  <a:pt x="298576" y="58420"/>
                </a:lnTo>
                <a:lnTo>
                  <a:pt x="274911" y="58420"/>
                </a:lnTo>
                <a:lnTo>
                  <a:pt x="286032" y="52009"/>
                </a:lnTo>
                <a:lnTo>
                  <a:pt x="275360" y="45720"/>
                </a:lnTo>
                <a:lnTo>
                  <a:pt x="298576" y="45720"/>
                </a:lnTo>
                <a:lnTo>
                  <a:pt x="6350" y="44196"/>
                </a:lnTo>
                <a:close/>
              </a:path>
              <a:path w="311150" h="103504">
                <a:moveTo>
                  <a:pt x="304885" y="55777"/>
                </a:moveTo>
                <a:lnTo>
                  <a:pt x="300335" y="58420"/>
                </a:lnTo>
                <a:lnTo>
                  <a:pt x="302006" y="58420"/>
                </a:lnTo>
                <a:lnTo>
                  <a:pt x="304885" y="55777"/>
                </a:lnTo>
                <a:close/>
              </a:path>
              <a:path w="311150" h="103504">
                <a:moveTo>
                  <a:pt x="295401" y="46609"/>
                </a:moveTo>
                <a:lnTo>
                  <a:pt x="286032" y="52009"/>
                </a:lnTo>
                <a:lnTo>
                  <a:pt x="295401" y="57531"/>
                </a:lnTo>
                <a:lnTo>
                  <a:pt x="295401" y="46609"/>
                </a:lnTo>
                <a:close/>
              </a:path>
              <a:path w="311150" h="103504">
                <a:moveTo>
                  <a:pt x="301691" y="46609"/>
                </a:moveTo>
                <a:lnTo>
                  <a:pt x="295401" y="46609"/>
                </a:lnTo>
                <a:lnTo>
                  <a:pt x="295401" y="57531"/>
                </a:lnTo>
                <a:lnTo>
                  <a:pt x="301880" y="57531"/>
                </a:lnTo>
                <a:lnTo>
                  <a:pt x="304926" y="55777"/>
                </a:lnTo>
                <a:lnTo>
                  <a:pt x="304926" y="48641"/>
                </a:lnTo>
                <a:lnTo>
                  <a:pt x="304662" y="48364"/>
                </a:lnTo>
                <a:lnTo>
                  <a:pt x="301691" y="46609"/>
                </a:lnTo>
                <a:close/>
              </a:path>
              <a:path w="311150" h="103504">
                <a:moveTo>
                  <a:pt x="304662" y="48364"/>
                </a:moveTo>
                <a:lnTo>
                  <a:pt x="304926" y="48641"/>
                </a:lnTo>
                <a:lnTo>
                  <a:pt x="304926" y="55777"/>
                </a:lnTo>
                <a:lnTo>
                  <a:pt x="311150" y="52197"/>
                </a:lnTo>
                <a:lnTo>
                  <a:pt x="304662" y="48364"/>
                </a:lnTo>
                <a:close/>
              </a:path>
              <a:path w="311150" h="103504">
                <a:moveTo>
                  <a:pt x="222757" y="0"/>
                </a:moveTo>
                <a:lnTo>
                  <a:pt x="218948" y="1016"/>
                </a:lnTo>
                <a:lnTo>
                  <a:pt x="217169" y="3937"/>
                </a:lnTo>
                <a:lnTo>
                  <a:pt x="215392" y="6985"/>
                </a:lnTo>
                <a:lnTo>
                  <a:pt x="216407" y="10922"/>
                </a:lnTo>
                <a:lnTo>
                  <a:pt x="219329" y="12700"/>
                </a:lnTo>
                <a:lnTo>
                  <a:pt x="286032" y="52009"/>
                </a:lnTo>
                <a:lnTo>
                  <a:pt x="295401" y="46609"/>
                </a:lnTo>
                <a:lnTo>
                  <a:pt x="301691" y="46609"/>
                </a:lnTo>
                <a:lnTo>
                  <a:pt x="222757" y="0"/>
                </a:lnTo>
                <a:close/>
              </a:path>
              <a:path w="311150" h="103504">
                <a:moveTo>
                  <a:pt x="302132" y="45720"/>
                </a:moveTo>
                <a:lnTo>
                  <a:pt x="300186" y="45720"/>
                </a:lnTo>
                <a:lnTo>
                  <a:pt x="304662" y="48364"/>
                </a:lnTo>
                <a:lnTo>
                  <a:pt x="302132" y="4572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34589" y="1139189"/>
          <a:ext cx="4122420" cy="4554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69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Equivalent</a:t>
                      </a:r>
                      <a:r>
                        <a:rPr sz="12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to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#ERROR!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Assignment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5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+=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4337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Add</a:t>
                      </a:r>
                      <a:r>
                        <a:rPr sz="12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+=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270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Subtract</a:t>
                      </a:r>
                      <a:r>
                        <a:rPr sz="12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and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-=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-</a:t>
                      </a:r>
                      <a:r>
                        <a:rPr sz="12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*=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5176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Multiply</a:t>
                      </a:r>
                      <a:r>
                        <a:rPr sz="12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*=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*</a:t>
                      </a:r>
                      <a:r>
                        <a:rPr sz="12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/=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27241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Divide</a:t>
                      </a:r>
                      <a:r>
                        <a:rPr sz="12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2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/=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9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//=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Floor</a:t>
                      </a:r>
                      <a:r>
                        <a:rPr sz="12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divide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2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462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//=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//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3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%=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marR="14541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Modulus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4287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%=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 %</a:t>
                      </a:r>
                      <a:r>
                        <a:rPr sz="12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spc="-25" dirty="0">
                          <a:latin typeface="Trebuchet MS"/>
                          <a:cs typeface="Trebuchet MS"/>
                        </a:rPr>
                        <a:t>**=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 marR="8636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rebuchet MS"/>
                          <a:cs typeface="Trebuchet MS"/>
                        </a:rPr>
                        <a:t>Exponentiate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2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assign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352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**=</a:t>
                      </a:r>
                      <a:r>
                        <a:rPr sz="12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x</a:t>
                      </a:r>
                      <a:r>
                        <a:rPr sz="12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dirty="0">
                          <a:latin typeface="Trebuchet MS"/>
                          <a:cs typeface="Trebuchet MS"/>
                        </a:rPr>
                        <a:t>**</a:t>
                      </a:r>
                      <a:r>
                        <a:rPr sz="12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-23622"/>
            <a:ext cx="5297805" cy="24326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1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Assignment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1.Single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line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Assignment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a=10,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b=10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2.Multi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line</a:t>
            </a:r>
            <a:r>
              <a:rPr sz="1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Assignment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a,b=3,4</a:t>
            </a:r>
            <a:endParaRPr sz="1800">
              <a:latin typeface="Trebuchet MS"/>
              <a:cs typeface="Trebuchet MS"/>
            </a:endParaRPr>
          </a:p>
          <a:p>
            <a:pPr marL="3221355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a,b,c=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x+y,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y+z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x-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3.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Relational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operator: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663189" y="1977389"/>
          <a:ext cx="4707255" cy="4578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933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Descriptio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Result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==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==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8003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!=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1327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equal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!=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01625" algn="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3327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Greater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than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0162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than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&lt;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8003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33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&gt;=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278130" algn="just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Greater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than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or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equal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&gt;=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01625" algn="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2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&lt;=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170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Less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than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equal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&lt;=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80035" algn="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FALSE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636778"/>
            <a:ext cx="23964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4.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Logical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operator: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4789" y="1139189"/>
          <a:ext cx="3970020" cy="3687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234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Descriptio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Result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and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126364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if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both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operands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(5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&gt;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(2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4287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1117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at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least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one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operand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(5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&lt;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(2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5)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42875" algn="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not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2197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Negates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the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operand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(5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42875" algn="r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TRUE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560578"/>
            <a:ext cx="2482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5.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Bit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wise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operator: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43989" y="1291589"/>
          <a:ext cx="5113020" cy="3773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&amp;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Bitwise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AND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&amp;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/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2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Bitwise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079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^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Bitwise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XOR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^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3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Trebuchet MS"/>
                          <a:cs typeface="Trebuchet MS"/>
                        </a:rPr>
                        <a:t>~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37020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Bitwise complement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~5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28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&lt;&lt;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Left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shift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&lt;&lt;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43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&gt;&gt;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Right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shift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5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&gt;&gt;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2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159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560578"/>
            <a:ext cx="8075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36240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6.</a:t>
            </a:r>
            <a:r>
              <a:rPr sz="1800" b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Membership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Operators: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check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member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sequence</a:t>
            </a:r>
            <a:r>
              <a:rPr sz="18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(like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96389" y="910589"/>
          <a:ext cx="5036820" cy="232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430">
                <a:tc>
                  <a:txBody>
                    <a:bodyPr/>
                    <a:lstStyle/>
                    <a:p>
                      <a:pPr marL="118745">
                        <a:lnSpc>
                          <a:spcPts val="1635"/>
                        </a:lnSpc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list,</a:t>
                      </a:r>
                      <a:r>
                        <a:rPr sz="1800" spc="-4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tuple,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35"/>
                        </a:lnSpc>
                      </a:pPr>
                      <a:r>
                        <a:rPr sz="18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1800" spc="-3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string).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8953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sequence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5684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[1,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2,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3]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in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marR="1968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value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is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in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sequence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110489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[1,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3]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54939" y="3644265"/>
            <a:ext cx="2135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7.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Identity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operator: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object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memory.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6837" y="3644265"/>
            <a:ext cx="5857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These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operators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check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variables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refer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same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358389" y="4110990"/>
          <a:ext cx="4579620" cy="2676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700" spc="-10" dirty="0">
                          <a:latin typeface="Trebuchet MS"/>
                          <a:cs typeface="Trebuchet MS"/>
                        </a:rPr>
                        <a:t>Operator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700" spc="-10" dirty="0">
                          <a:latin typeface="Trebuchet MS"/>
                          <a:cs typeface="Trebuchet MS"/>
                        </a:rPr>
                        <a:t>Description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700" spc="-10" dirty="0">
                          <a:latin typeface="Trebuchet MS"/>
                          <a:cs typeface="Trebuchet MS"/>
                        </a:rPr>
                        <a:t>Example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700" spc="-25" dirty="0">
                          <a:latin typeface="Trebuchet MS"/>
                          <a:cs typeface="Trebuchet MS"/>
                        </a:rPr>
                        <a:t>is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55244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700" spc="-30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0" dirty="0">
                          <a:latin typeface="Trebuchet MS"/>
                          <a:cs typeface="Trebuchet MS"/>
                        </a:rPr>
                        <a:t>both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variables</a:t>
                      </a:r>
                      <a:r>
                        <a:rPr sz="1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0" dirty="0">
                          <a:latin typeface="Trebuchet MS"/>
                          <a:cs typeface="Trebuchet MS"/>
                        </a:rPr>
                        <a:t>refer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0" dirty="0">
                          <a:latin typeface="Trebuchet MS"/>
                          <a:cs typeface="Trebuchet MS"/>
                        </a:rPr>
                        <a:t>same 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object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95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rebuchet MS"/>
                          <a:cs typeface="Trebuchet MS"/>
                        </a:rPr>
                        <a:t>x is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50" dirty="0">
                          <a:latin typeface="Trebuchet MS"/>
                          <a:cs typeface="Trebuchet MS"/>
                        </a:rPr>
                        <a:t>y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5" dirty="0">
                          <a:latin typeface="Trebuchet MS"/>
                          <a:cs typeface="Trebuchet MS"/>
                        </a:rPr>
                        <a:t>not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marR="3009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spc="-30" dirty="0">
                          <a:latin typeface="Trebuchet MS"/>
                          <a:cs typeface="Trebuchet MS"/>
                        </a:rPr>
                        <a:t>True</a:t>
                      </a:r>
                      <a:r>
                        <a:rPr sz="1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if</a:t>
                      </a:r>
                      <a:r>
                        <a:rPr sz="1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0" dirty="0">
                          <a:latin typeface="Trebuchet MS"/>
                          <a:cs typeface="Trebuchet MS"/>
                        </a:rPr>
                        <a:t>both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variables</a:t>
                      </a:r>
                      <a:r>
                        <a:rPr sz="1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5" dirty="0">
                          <a:latin typeface="Trebuchet MS"/>
                          <a:cs typeface="Trebuchet MS"/>
                        </a:rPr>
                        <a:t>do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refer</a:t>
                      </a:r>
                      <a:r>
                        <a:rPr sz="1700" spc="-25" dirty="0">
                          <a:latin typeface="Trebuchet MS"/>
                          <a:cs typeface="Trebuchet MS"/>
                        </a:rPr>
                        <a:t> to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20" dirty="0">
                          <a:latin typeface="Trebuchet MS"/>
                          <a:cs typeface="Trebuchet MS"/>
                        </a:rPr>
                        <a:t>same 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object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101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rebuchet MS"/>
                          <a:cs typeface="Trebuchet MS"/>
                        </a:rPr>
                        <a:t>x is</a:t>
                      </a:r>
                      <a:r>
                        <a:rPr sz="1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700" spc="-60" dirty="0">
                          <a:latin typeface="Trebuchet MS"/>
                          <a:cs typeface="Trebuchet MS"/>
                        </a:rPr>
                        <a:t>y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CONTROL</a:t>
            </a:r>
            <a:r>
              <a:rPr spc="-240" dirty="0"/>
              <a:t> </a:t>
            </a:r>
            <a:r>
              <a:rPr spc="-6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627378"/>
            <a:ext cx="7724140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used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either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time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operations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depends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conditional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statement.[True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False]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perform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certain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operation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rapiteadly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finite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no.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times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until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condition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false.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python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three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types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flow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controls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there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conditional/selection/Branching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2.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looping/iterative/repetative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3.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Misc.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controlling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structure(break,continue,pass)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129387"/>
            <a:ext cx="6002020" cy="16967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3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#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 conditional/selection/Branching</a:t>
            </a:r>
            <a:endParaRPr sz="1700">
              <a:latin typeface="Trebuchet MS"/>
              <a:cs typeface="Trebuchet MS"/>
            </a:endParaRPr>
          </a:p>
          <a:p>
            <a:pPr marL="268605" indent="-255904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26860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Simple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if(condition)</a:t>
            </a:r>
            <a:endParaRPr sz="1700">
              <a:latin typeface="Trebuchet MS"/>
              <a:cs typeface="Trebuchet MS"/>
            </a:endParaRPr>
          </a:p>
          <a:p>
            <a:pPr marL="2225675">
              <a:lnSpc>
                <a:spcPct val="100000"/>
              </a:lnSpc>
              <a:spcBef>
                <a:spcPts val="585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execute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endParaRPr sz="1700">
              <a:latin typeface="Trebuchet MS"/>
              <a:cs typeface="Trebuchet MS"/>
            </a:endParaRPr>
          </a:p>
          <a:p>
            <a:pPr marL="255143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execute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out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condition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endParaRPr sz="1700">
              <a:latin typeface="Trebuchet MS"/>
              <a:cs typeface="Trebuchet MS"/>
            </a:endParaRPr>
          </a:p>
          <a:p>
            <a:pPr marL="268605" indent="-255904">
              <a:lnSpc>
                <a:spcPct val="100000"/>
              </a:lnSpc>
              <a:spcBef>
                <a:spcPts val="590"/>
              </a:spcBef>
              <a:buAutoNum type="arabicPeriod" startAt="2"/>
              <a:tabLst>
                <a:tab pos="268605" algn="l"/>
                <a:tab pos="2442210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if…..else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r>
              <a:rPr sz="17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if(condition)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1345" y="2123419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764" y="0"/>
                </a:lnTo>
              </a:path>
            </a:pathLst>
          </a:custGeom>
          <a:ln w="13652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41345" y="2459052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754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36417" y="3126564"/>
            <a:ext cx="1127760" cy="0"/>
          </a:xfrm>
          <a:custGeom>
            <a:avLst/>
            <a:gdLst/>
            <a:ahLst/>
            <a:cxnLst/>
            <a:rect l="l" t="t" r="r" b="b"/>
            <a:pathLst>
              <a:path w="1127760">
                <a:moveTo>
                  <a:pt x="0" y="0"/>
                </a:moveTo>
                <a:lnTo>
                  <a:pt x="1127754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939" y="2543682"/>
            <a:ext cx="5048250" cy="1288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60270">
              <a:lnSpc>
                <a:spcPct val="100000"/>
              </a:lnSpc>
              <a:spcBef>
                <a:spcPts val="105"/>
              </a:spcBef>
              <a:tabLst>
                <a:tab pos="3688715" algn="l"/>
              </a:tabLst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else </a:t>
            </a:r>
            <a:r>
              <a:rPr sz="1700" u="sng" dirty="0">
                <a:solidFill>
                  <a:srgbClr val="404040"/>
                </a:solidFill>
                <a:uFill>
                  <a:solidFill>
                    <a:srgbClr val="3F3F3F"/>
                  </a:solidFill>
                </a:uFill>
                <a:latin typeface="Trebuchet MS"/>
                <a:cs typeface="Trebuchet MS"/>
              </a:rPr>
              <a:t>	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700">
              <a:latin typeface="Trebuchet MS"/>
              <a:cs typeface="Trebuchet MS"/>
            </a:endParaRPr>
          </a:p>
          <a:p>
            <a:pPr marL="2225675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Out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conditional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3.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17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elif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else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7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if(condition)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06877" y="4129610"/>
            <a:ext cx="1240790" cy="0"/>
          </a:xfrm>
          <a:custGeom>
            <a:avLst/>
            <a:gdLst/>
            <a:ahLst/>
            <a:cxnLst/>
            <a:rect l="l" t="t" r="r" b="b"/>
            <a:pathLst>
              <a:path w="1240789">
                <a:moveTo>
                  <a:pt x="0" y="0"/>
                </a:moveTo>
                <a:lnTo>
                  <a:pt x="1240530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06877" y="4464890"/>
            <a:ext cx="1240790" cy="0"/>
          </a:xfrm>
          <a:custGeom>
            <a:avLst/>
            <a:gdLst/>
            <a:ahLst/>
            <a:cxnLst/>
            <a:rect l="l" t="t" r="r" b="b"/>
            <a:pathLst>
              <a:path w="1240789">
                <a:moveTo>
                  <a:pt x="0" y="0"/>
                </a:moveTo>
                <a:lnTo>
                  <a:pt x="1240530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5814" y="5132402"/>
            <a:ext cx="1353820" cy="0"/>
          </a:xfrm>
          <a:custGeom>
            <a:avLst/>
            <a:gdLst/>
            <a:ahLst/>
            <a:cxnLst/>
            <a:rect l="l" t="t" r="r" b="b"/>
            <a:pathLst>
              <a:path w="1353820">
                <a:moveTo>
                  <a:pt x="0" y="0"/>
                </a:moveTo>
                <a:lnTo>
                  <a:pt x="1353305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11805" y="5801768"/>
            <a:ext cx="1240790" cy="0"/>
          </a:xfrm>
          <a:custGeom>
            <a:avLst/>
            <a:gdLst/>
            <a:ahLst/>
            <a:cxnLst/>
            <a:rect l="l" t="t" r="r" b="b"/>
            <a:pathLst>
              <a:path w="1240789">
                <a:moveTo>
                  <a:pt x="0" y="0"/>
                </a:moveTo>
                <a:lnTo>
                  <a:pt x="1240530" y="0"/>
                </a:lnTo>
              </a:path>
            </a:pathLst>
          </a:custGeom>
          <a:ln w="13633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68042" y="4549521"/>
            <a:ext cx="2804795" cy="1622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elif(condition)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700">
              <a:latin typeface="Trebuchet MS"/>
              <a:cs typeface="Trebuchet MS"/>
            </a:endParaRPr>
          </a:p>
          <a:p>
            <a:pPr marL="143510">
              <a:lnSpc>
                <a:spcPct val="100000"/>
              </a:lnSpc>
            </a:pP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else(condition)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out</a:t>
            </a:r>
            <a:r>
              <a:rPr sz="17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7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404040"/>
                </a:solidFill>
                <a:latin typeface="Trebuchet MS"/>
                <a:cs typeface="Trebuchet MS"/>
              </a:rPr>
              <a:t>conditional</a:t>
            </a:r>
            <a:r>
              <a:rPr sz="17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rebuchet MS"/>
                <a:cs typeface="Trebuchet MS"/>
              </a:rPr>
              <a:t>statement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231140"/>
            <a:ext cx="5255895" cy="229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7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Q.1</a:t>
            </a:r>
            <a:r>
              <a:rPr sz="9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WAPP</a:t>
            </a:r>
            <a:r>
              <a:rPr sz="900" spc="2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9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accept</a:t>
            </a:r>
            <a:r>
              <a:rPr sz="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details</a:t>
            </a:r>
            <a:r>
              <a:rPr sz="9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from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9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keyboard</a:t>
            </a:r>
            <a:r>
              <a:rPr sz="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9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display</a:t>
            </a:r>
            <a:r>
              <a:rPr sz="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9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student’s</a:t>
            </a:r>
            <a:r>
              <a:rPr sz="9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result?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Ans:</a:t>
            </a:r>
            <a:r>
              <a:rPr sz="900" spc="2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name="yash"</a:t>
            </a:r>
            <a:endParaRPr sz="900">
              <a:latin typeface="Trebuchet MS"/>
              <a:cs typeface="Trebuchet MS"/>
            </a:endParaRPr>
          </a:p>
          <a:p>
            <a:pPr marL="326390">
              <a:lnSpc>
                <a:spcPct val="100000"/>
              </a:lnSpc>
              <a:spcBef>
                <a:spcPts val="780"/>
              </a:spcBef>
            </a:pP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id=590014389</a:t>
            </a:r>
            <a:endParaRPr sz="900">
              <a:latin typeface="Trebuchet MS"/>
              <a:cs typeface="Trebuchet MS"/>
            </a:endParaRPr>
          </a:p>
          <a:p>
            <a:pPr marL="361315" marR="4221480" indent="-35560">
              <a:lnSpc>
                <a:spcPct val="172400"/>
              </a:lnSpc>
              <a:spcBef>
                <a:spcPts val="10"/>
              </a:spcBef>
            </a:pP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course="BCA" cgpa=7.7 print(name) print(id) print(course) print(cgpa)</a:t>
            </a:r>
            <a:endParaRPr sz="900">
              <a:latin typeface="Trebuchet MS"/>
              <a:cs typeface="Trebuchet MS"/>
            </a:endParaRPr>
          </a:p>
          <a:p>
            <a:pPr marL="47625">
              <a:lnSpc>
                <a:spcPct val="100000"/>
              </a:lnSpc>
              <a:spcBef>
                <a:spcPts val="795"/>
              </a:spcBef>
            </a:pP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Q.2</a:t>
            </a:r>
            <a:r>
              <a:rPr sz="9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WAPP</a:t>
            </a:r>
            <a:r>
              <a:rPr sz="900" spc="20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sz="9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demonstrate</a:t>
            </a:r>
            <a:r>
              <a:rPr sz="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9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concept</a:t>
            </a:r>
            <a:r>
              <a:rPr sz="9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9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arithematic</a:t>
            </a:r>
            <a:r>
              <a:rPr sz="900"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operator?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939" y="2621406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40" y="2598546"/>
            <a:ext cx="626745" cy="395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04040"/>
                </a:solidFill>
                <a:latin typeface="Trebuchet MS"/>
                <a:cs typeface="Trebuchet MS"/>
              </a:rPr>
              <a:t>Ans: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404040"/>
                </a:solidFill>
                <a:latin typeface="Trebuchet MS"/>
                <a:cs typeface="Trebuchet MS"/>
              </a:rPr>
              <a:t>a=2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900" spc="-25" dirty="0">
                <a:solidFill>
                  <a:srgbClr val="404040"/>
                </a:solidFill>
                <a:latin typeface="Trebuchet MS"/>
                <a:cs typeface="Trebuchet MS"/>
              </a:rPr>
              <a:t>b=3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72600"/>
              </a:lnSpc>
              <a:spcBef>
                <a:spcPts val="5"/>
              </a:spcBef>
            </a:pP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print("_"*5) sum=a+b print(sum) multi=a*b print(multi) sub=a-</a:t>
            </a:r>
            <a:r>
              <a:rPr sz="900" spc="-50" dirty="0">
                <a:solidFill>
                  <a:srgbClr val="404040"/>
                </a:solidFill>
                <a:latin typeface="Trebuchet MS"/>
                <a:cs typeface="Trebuchet MS"/>
              </a:rPr>
              <a:t>b </a:t>
            </a:r>
            <a:r>
              <a:rPr sz="900" spc="-10" dirty="0">
                <a:solidFill>
                  <a:srgbClr val="404040"/>
                </a:solidFill>
                <a:latin typeface="Trebuchet MS"/>
                <a:cs typeface="Trebuchet MS"/>
              </a:rPr>
              <a:t>print(sub) div=a/b print(div) mod=a%b print(mod) fl=a//b print(fl) ex=a**b print(ex)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939" y="2857626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39" y="3095370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939" y="3331590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939" y="3567810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39" y="3805808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939" y="4042028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939" y="4278248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939" y="4515992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939" y="4752213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39" y="4988433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939" y="5225872"/>
            <a:ext cx="106680" cy="1358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4939" y="5462777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4939" y="5698947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939" y="5936691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939" y="6172911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4939" y="6409131"/>
            <a:ext cx="106045" cy="135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00" spc="1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700">
              <a:latin typeface="Lucida Sans Unicode"/>
              <a:cs typeface="Lucida Sans Unicode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609625"/>
            <a:ext cx="5734684" cy="76210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3352800"/>
            <a:ext cx="2076703" cy="161950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066040"/>
            <a:ext cx="8735060" cy="2792095"/>
            <a:chOff x="0" y="4066040"/>
            <a:chExt cx="8735060" cy="2792095"/>
          </a:xfrm>
        </p:grpSpPr>
        <p:sp>
          <p:nvSpPr>
            <p:cNvPr id="3" name="object 3"/>
            <p:cNvSpPr/>
            <p:nvPr/>
          </p:nvSpPr>
          <p:spPr>
            <a:xfrm>
              <a:off x="0" y="4066040"/>
              <a:ext cx="447675" cy="2792095"/>
            </a:xfrm>
            <a:custGeom>
              <a:avLst/>
              <a:gdLst/>
              <a:ahLst/>
              <a:cxnLst/>
              <a:rect l="l" t="t" r="r" b="b"/>
              <a:pathLst>
                <a:path w="447675" h="2792095">
                  <a:moveTo>
                    <a:pt x="0" y="0"/>
                  </a:moveTo>
                  <a:lnTo>
                    <a:pt x="0" y="2791959"/>
                  </a:lnTo>
                  <a:lnTo>
                    <a:pt x="447372" y="2791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790" y="4267187"/>
              <a:ext cx="8402193" cy="104788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5126037" y="-4762"/>
            <a:ext cx="4022725" cy="6867525"/>
            <a:chOff x="5126037" y="-4762"/>
            <a:chExt cx="4022725" cy="6867525"/>
          </a:xfrm>
        </p:grpSpPr>
        <p:sp>
          <p:nvSpPr>
            <p:cNvPr id="6" name="object 6"/>
            <p:cNvSpPr/>
            <p:nvPr/>
          </p:nvSpPr>
          <p:spPr>
            <a:xfrm>
              <a:off x="5130800" y="4181815"/>
              <a:ext cx="4013200" cy="2676525"/>
            </a:xfrm>
            <a:custGeom>
              <a:avLst/>
              <a:gdLst/>
              <a:ahLst/>
              <a:cxnLst/>
              <a:rect l="l" t="t" r="r" b="b"/>
              <a:pathLst>
                <a:path w="4013200" h="2676525">
                  <a:moveTo>
                    <a:pt x="0" y="2676184"/>
                  </a:moveTo>
                  <a:lnTo>
                    <a:pt x="4013200" y="0"/>
                  </a:lnTo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2657" y="0"/>
              <a:ext cx="1219200" cy="6858000"/>
            </a:xfrm>
            <a:custGeom>
              <a:avLst/>
              <a:gdLst/>
              <a:ahLst/>
              <a:cxnLst/>
              <a:rect l="l" t="t" r="r" b="b"/>
              <a:pathLst>
                <a:path w="1219200" h="6858000">
                  <a:moveTo>
                    <a:pt x="0" y="0"/>
                  </a:moveTo>
                  <a:lnTo>
                    <a:pt x="1219200" y="6857999"/>
                  </a:lnTo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91908" y="0"/>
              <a:ext cx="2252345" cy="6858000"/>
            </a:xfrm>
            <a:custGeom>
              <a:avLst/>
              <a:gdLst/>
              <a:ahLst/>
              <a:cxnLst/>
              <a:rect l="l" t="t" r="r" b="b"/>
              <a:pathLst>
                <a:path w="2252345" h="6858000">
                  <a:moveTo>
                    <a:pt x="2023491" y="0"/>
                  </a:moveTo>
                  <a:lnTo>
                    <a:pt x="0" y="6858000"/>
                  </a:lnTo>
                  <a:lnTo>
                    <a:pt x="2252091" y="6858000"/>
                  </a:lnTo>
                  <a:lnTo>
                    <a:pt x="2252091" y="8203"/>
                  </a:lnTo>
                  <a:lnTo>
                    <a:pt x="2023491" y="0"/>
                  </a:lnTo>
                  <a:close/>
                </a:path>
              </a:pathLst>
            </a:custGeom>
            <a:solidFill>
              <a:srgbClr val="90C225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06707" y="0"/>
              <a:ext cx="1937385" cy="6858000"/>
            </a:xfrm>
            <a:custGeom>
              <a:avLst/>
              <a:gdLst/>
              <a:ahLst/>
              <a:cxnLst/>
              <a:rect l="l" t="t" r="r" b="b"/>
              <a:pathLst>
                <a:path w="1937384" h="6858000">
                  <a:moveTo>
                    <a:pt x="1937292" y="0"/>
                  </a:moveTo>
                  <a:lnTo>
                    <a:pt x="0" y="0"/>
                  </a:lnTo>
                  <a:lnTo>
                    <a:pt x="1200692" y="6858000"/>
                  </a:lnTo>
                  <a:lnTo>
                    <a:pt x="1937292" y="6858000"/>
                  </a:lnTo>
                  <a:lnTo>
                    <a:pt x="1937292" y="0"/>
                  </a:lnTo>
                  <a:close/>
                </a:path>
              </a:pathLst>
            </a:custGeom>
            <a:solidFill>
              <a:srgbClr val="90C22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37908" y="3921150"/>
              <a:ext cx="2506345" cy="2936875"/>
            </a:xfrm>
            <a:custGeom>
              <a:avLst/>
              <a:gdLst/>
              <a:ahLst/>
              <a:cxnLst/>
              <a:rect l="l" t="t" r="r" b="b"/>
              <a:pathLst>
                <a:path w="2506345" h="2936875">
                  <a:moveTo>
                    <a:pt x="2506091" y="0"/>
                  </a:moveTo>
                  <a:lnTo>
                    <a:pt x="0" y="2936849"/>
                  </a:lnTo>
                  <a:lnTo>
                    <a:pt x="2506091" y="2936849"/>
                  </a:lnTo>
                  <a:lnTo>
                    <a:pt x="2506091" y="0"/>
                  </a:lnTo>
                  <a:close/>
                </a:path>
              </a:pathLst>
            </a:custGeom>
            <a:solidFill>
              <a:srgbClr val="539F20">
                <a:alpha val="7215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12700" y="0"/>
              <a:ext cx="2131695" cy="6858000"/>
            </a:xfrm>
            <a:custGeom>
              <a:avLst/>
              <a:gdLst/>
              <a:ahLst/>
              <a:cxnLst/>
              <a:rect l="l" t="t" r="r" b="b"/>
              <a:pathLst>
                <a:path w="2131695" h="6858000">
                  <a:moveTo>
                    <a:pt x="2131299" y="0"/>
                  </a:moveTo>
                  <a:lnTo>
                    <a:pt x="0" y="0"/>
                  </a:lnTo>
                  <a:lnTo>
                    <a:pt x="1854439" y="6858000"/>
                  </a:lnTo>
                  <a:lnTo>
                    <a:pt x="2131299" y="6849806"/>
                  </a:lnTo>
                  <a:lnTo>
                    <a:pt x="2131299" y="0"/>
                  </a:lnTo>
                  <a:close/>
                </a:path>
              </a:pathLst>
            </a:custGeom>
            <a:solidFill>
              <a:srgbClr val="3E7818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5767" y="0"/>
              <a:ext cx="848360" cy="6858000"/>
            </a:xfrm>
            <a:custGeom>
              <a:avLst/>
              <a:gdLst/>
              <a:ahLst/>
              <a:cxnLst/>
              <a:rect l="l" t="t" r="r" b="b"/>
              <a:pathLst>
                <a:path w="848359" h="6858000">
                  <a:moveTo>
                    <a:pt x="848232" y="0"/>
                  </a:moveTo>
                  <a:lnTo>
                    <a:pt x="676198" y="0"/>
                  </a:lnTo>
                  <a:lnTo>
                    <a:pt x="0" y="6858000"/>
                  </a:lnTo>
                  <a:lnTo>
                    <a:pt x="848232" y="6858000"/>
                  </a:lnTo>
                  <a:lnTo>
                    <a:pt x="848232" y="0"/>
                  </a:lnTo>
                  <a:close/>
                </a:path>
              </a:pathLst>
            </a:custGeom>
            <a:solidFill>
              <a:srgbClr val="C0E374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78363" y="0"/>
              <a:ext cx="1066165" cy="6858000"/>
            </a:xfrm>
            <a:custGeom>
              <a:avLst/>
              <a:gdLst/>
              <a:ahLst/>
              <a:cxnLst/>
              <a:rect l="l" t="t" r="r" b="b"/>
              <a:pathLst>
                <a:path w="1066165" h="6858000">
                  <a:moveTo>
                    <a:pt x="1051150" y="0"/>
                  </a:moveTo>
                  <a:lnTo>
                    <a:pt x="0" y="0"/>
                  </a:lnTo>
                  <a:lnTo>
                    <a:pt x="937493" y="6858000"/>
                  </a:lnTo>
                  <a:lnTo>
                    <a:pt x="1065382" y="6858000"/>
                  </a:lnTo>
                  <a:lnTo>
                    <a:pt x="1065636" y="6196202"/>
                  </a:lnTo>
                  <a:lnTo>
                    <a:pt x="1050966" y="398820"/>
                  </a:lnTo>
                  <a:lnTo>
                    <a:pt x="1051150" y="0"/>
                  </a:lnTo>
                  <a:close/>
                </a:path>
              </a:pathLst>
            </a:custGeom>
            <a:solidFill>
              <a:srgbClr val="90C22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60308" y="4903311"/>
              <a:ext cx="1083945" cy="1955164"/>
            </a:xfrm>
            <a:custGeom>
              <a:avLst/>
              <a:gdLst/>
              <a:ahLst/>
              <a:cxnLst/>
              <a:rect l="l" t="t" r="r" b="b"/>
              <a:pathLst>
                <a:path w="1083945" h="1955165">
                  <a:moveTo>
                    <a:pt x="1083691" y="0"/>
                  </a:moveTo>
                  <a:lnTo>
                    <a:pt x="0" y="1954687"/>
                  </a:lnTo>
                  <a:lnTo>
                    <a:pt x="1083691" y="1949646"/>
                  </a:lnTo>
                  <a:lnTo>
                    <a:pt x="1083691" y="0"/>
                  </a:lnTo>
                  <a:close/>
                </a:path>
              </a:pathLst>
            </a:custGeom>
            <a:solidFill>
              <a:srgbClr val="90C225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1140" y="636778"/>
            <a:ext cx="7896859" cy="3383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Q.3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WAPP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which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accept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two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value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interchange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them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without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third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variable?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Ans: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a=3</a:t>
            </a:r>
            <a:endParaRPr sz="1800">
              <a:latin typeface="Trebuchet MS"/>
              <a:cs typeface="Trebuchet MS"/>
            </a:endParaRPr>
          </a:p>
          <a:p>
            <a:pPr marL="490855">
              <a:lnSpc>
                <a:spcPct val="100000"/>
              </a:lnSpc>
              <a:spcBef>
                <a:spcPts val="994"/>
              </a:spcBef>
            </a:pP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b=6</a:t>
            </a:r>
            <a:endParaRPr sz="1800">
              <a:latin typeface="Trebuchet MS"/>
              <a:cs typeface="Trebuchet MS"/>
            </a:endParaRPr>
          </a:p>
          <a:p>
            <a:pPr marL="490855" marR="3634104">
              <a:lnSpc>
                <a:spcPct val="146100"/>
              </a:lnSpc>
              <a:spcBef>
                <a:spcPts val="1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("Before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swapping: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")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print("Value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",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b)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a,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b,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490855" marR="3701415">
              <a:lnSpc>
                <a:spcPct val="146200"/>
              </a:lnSpc>
              <a:spcBef>
                <a:spcPts val="10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print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("After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swapping: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")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print("Value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a: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",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b)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738886"/>
            <a:ext cx="3521075" cy="16306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Q4.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WAPP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find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fahrenheit?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Ans: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c=39</a:t>
            </a:r>
            <a:endParaRPr sz="1800">
              <a:latin typeface="Trebuchet MS"/>
              <a:cs typeface="Trebuchet MS"/>
            </a:endParaRPr>
          </a:p>
          <a:p>
            <a:pPr marL="558165" marR="1664970">
              <a:lnSpc>
                <a:spcPts val="3170"/>
              </a:lnSpc>
              <a:spcBef>
                <a:spcPts val="85"/>
              </a:spcBef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f=(9/5)*c+35 print(f)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2666949"/>
            <a:ext cx="2715006" cy="381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1A3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5153</Words>
  <Application>Microsoft Office PowerPoint</Application>
  <PresentationFormat>On-screen Show (4:3)</PresentationFormat>
  <Paragraphs>909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Arial MT</vt:lpstr>
      <vt:lpstr>Calibri</vt:lpstr>
      <vt:lpstr>Courier New</vt:lpstr>
      <vt:lpstr>Lucida Sans Unicode</vt:lpstr>
      <vt:lpstr>Times New Roman</vt:lpstr>
      <vt:lpstr>Trebuchet MS</vt:lpstr>
      <vt:lpstr>Wingdings</vt:lpstr>
      <vt:lpstr>Office Theme</vt:lpstr>
      <vt:lpstr>SCHOOL OF COMPUTER SCIENCE</vt:lpstr>
      <vt:lpstr>PYTHON PROGRAMMING</vt:lpstr>
      <vt:lpstr>PYTHON PROGRAMMING</vt:lpstr>
      <vt:lpstr>Features of python programming</vt:lpstr>
      <vt:lpstr>PYHTON GARBAGE COLLECTOR SOFTWARE</vt:lpstr>
      <vt:lpstr>PYTHON EXTENSIBILITY</vt:lpstr>
      <vt:lpstr>▶ Python is platform independent.</vt:lpstr>
      <vt:lpstr>Defining variables in python</vt:lpstr>
      <vt:lpstr>Some examples of valid and non-valid identifiers</vt:lpstr>
      <vt:lpstr>Python data types</vt:lpstr>
      <vt:lpstr>Fundamental category data type</vt:lpstr>
      <vt:lpstr>PowerPoint Presentation</vt:lpstr>
      <vt:lpstr>PowerPoint Presentation</vt:lpstr>
      <vt:lpstr>Base conversion functions</vt:lpstr>
      <vt:lpstr>▶ FLOAT: It stores floating point or constant literals value.</vt:lpstr>
      <vt:lpstr>PowerPoint Presentation</vt:lpstr>
      <vt:lpstr>▶ COMPLEX: converting any valid datatype into complex datatype function: complex(variable name)</vt:lpstr>
      <vt:lpstr>Sequential category data type</vt:lpstr>
      <vt:lpstr>PowerPoint Presentation</vt:lpstr>
      <vt:lpstr>It returns value of all indexes which come under this slicing.</vt:lpstr>
      <vt:lpstr>PowerPoint Presentation</vt:lpstr>
      <vt:lpstr>PowerPoint Presentation</vt:lpstr>
      <vt:lpstr>PowerPoint Presentation</vt:lpstr>
      <vt:lpstr>List category data type</vt:lpstr>
      <vt:lpstr>PowerPoint Presentation</vt:lpstr>
      <vt:lpstr>▶ We can perform different operations in list:</vt:lpstr>
      <vt:lpstr>III) INSERTION: The function is used to insert an element in the list object by specifying valid existing index.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category dAtatype</vt:lpstr>
      <vt:lpstr>PowerPoint Presentation</vt:lpstr>
      <vt:lpstr>PowerPoint Presentation</vt:lpstr>
      <vt:lpstr>PowerPoint Presentation</vt:lpstr>
      <vt:lpstr>Dictionary category datatype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Operators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STATEMENT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>hp</dc:creator>
  <cp:lastModifiedBy>Ruchika Bhatt</cp:lastModifiedBy>
  <cp:revision>1</cp:revision>
  <dcterms:created xsi:type="dcterms:W3CDTF">2025-02-11T19:19:28Z</dcterms:created>
  <dcterms:modified xsi:type="dcterms:W3CDTF">2025-02-11T19:21:48Z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2025-02-11T00:00:00Z</vt:filetime>
  </property>
  <property fmtid="{D5CDD505-2E9C-101B-9397-08002B2CF9AE}" pid="5" name="Producer">
    <vt:lpwstr>Microsoft® PowerPoint® 2021</vt:lpwstr>
  </property>
</Properties>
</file>